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19"/>
  </p:notesMasterIdLst>
  <p:handoutMasterIdLst>
    <p:handoutMasterId r:id="rId20"/>
  </p:handoutMasterIdLst>
  <p:sldIdLst>
    <p:sldId id="256" r:id="rId5"/>
    <p:sldId id="283" r:id="rId6"/>
    <p:sldId id="258" r:id="rId7"/>
    <p:sldId id="260" r:id="rId8"/>
    <p:sldId id="264" r:id="rId9"/>
    <p:sldId id="278" r:id="rId10"/>
    <p:sldId id="277" r:id="rId11"/>
    <p:sldId id="276" r:id="rId12"/>
    <p:sldId id="275" r:id="rId13"/>
    <p:sldId id="280" r:id="rId14"/>
    <p:sldId id="282" r:id="rId15"/>
    <p:sldId id="279" r:id="rId16"/>
    <p:sldId id="281" r:id="rId17"/>
    <p:sldId id="274" r:id="rId18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30" autoAdjust="0"/>
    <p:restoredTop sz="95033" autoAdjust="0"/>
  </p:normalViewPr>
  <p:slideViewPr>
    <p:cSldViewPr snapToGrid="0" snapToObjects="1">
      <p:cViewPr varScale="1">
        <p:scale>
          <a:sx n="83" d="100"/>
          <a:sy n="83" d="100"/>
        </p:scale>
        <p:origin x="93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504954-9053-4AA6-9EB5-17FBAB5BF1EC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51D741C-D0EB-4778-B668-722982EA5B43}">
      <dgm:prSet/>
      <dgm:spPr/>
      <dgm:t>
        <a:bodyPr/>
        <a:lstStyle/>
        <a:p>
          <a:r>
            <a:rPr lang="en-US" dirty="0"/>
            <a:t>PRESENTATION/DEFINITION</a:t>
          </a:r>
        </a:p>
      </dgm:t>
    </dgm:pt>
    <dgm:pt modelId="{D0FB474B-D435-48BB-BD87-554CC6511F3F}" type="parTrans" cxnId="{97F00B5C-F048-419D-AA76-AB73190E0AEA}">
      <dgm:prSet/>
      <dgm:spPr/>
      <dgm:t>
        <a:bodyPr/>
        <a:lstStyle/>
        <a:p>
          <a:endParaRPr lang="en-US"/>
        </a:p>
      </dgm:t>
    </dgm:pt>
    <dgm:pt modelId="{A7F32EB0-582E-49BE-9196-49322924CFD2}" type="sibTrans" cxnId="{97F00B5C-F048-419D-AA76-AB73190E0AEA}">
      <dgm:prSet/>
      <dgm:spPr/>
      <dgm:t>
        <a:bodyPr/>
        <a:lstStyle/>
        <a:p>
          <a:endParaRPr lang="en-US"/>
        </a:p>
      </dgm:t>
    </dgm:pt>
    <dgm:pt modelId="{52558E41-94E6-4455-B75D-EC4BC3A62776}">
      <dgm:prSet/>
      <dgm:spPr/>
      <dgm:t>
        <a:bodyPr/>
        <a:lstStyle/>
        <a:p>
          <a:r>
            <a:rPr lang="en-US" dirty="0"/>
            <a:t>HISTORIQUE</a:t>
          </a:r>
        </a:p>
      </dgm:t>
    </dgm:pt>
    <dgm:pt modelId="{D81CD9F0-0B8E-4302-A90C-566DA23DD97B}" type="parTrans" cxnId="{3D88721B-32BF-4711-9B1D-7A8575CF5CB1}">
      <dgm:prSet/>
      <dgm:spPr/>
      <dgm:t>
        <a:bodyPr/>
        <a:lstStyle/>
        <a:p>
          <a:endParaRPr lang="en-US"/>
        </a:p>
      </dgm:t>
    </dgm:pt>
    <dgm:pt modelId="{7C9C5FDB-6573-4630-BF15-42AB0388AECC}" type="sibTrans" cxnId="{3D88721B-32BF-4711-9B1D-7A8575CF5CB1}">
      <dgm:prSet/>
      <dgm:spPr/>
      <dgm:t>
        <a:bodyPr/>
        <a:lstStyle/>
        <a:p>
          <a:endParaRPr lang="en-US"/>
        </a:p>
      </dgm:t>
    </dgm:pt>
    <dgm:pt modelId="{F861A825-3EB9-4E68-BEAD-B0192A91AC3E}">
      <dgm:prSet/>
      <dgm:spPr/>
      <dgm:t>
        <a:bodyPr/>
        <a:lstStyle/>
        <a:p>
          <a:r>
            <a:rPr lang="en-US" dirty="0"/>
            <a:t>CARACTERISTIQUES</a:t>
          </a:r>
        </a:p>
      </dgm:t>
    </dgm:pt>
    <dgm:pt modelId="{7A11316B-F052-45E0-8C9E-895B467801EB}" type="parTrans" cxnId="{A8A48BE0-D6C2-4891-9A07-D66DA81ED6BC}">
      <dgm:prSet/>
      <dgm:spPr/>
      <dgm:t>
        <a:bodyPr/>
        <a:lstStyle/>
        <a:p>
          <a:endParaRPr lang="en-US"/>
        </a:p>
      </dgm:t>
    </dgm:pt>
    <dgm:pt modelId="{28293A5A-1B84-4B51-8DA3-4453327C57A6}" type="sibTrans" cxnId="{A8A48BE0-D6C2-4891-9A07-D66DA81ED6BC}">
      <dgm:prSet/>
      <dgm:spPr/>
      <dgm:t>
        <a:bodyPr/>
        <a:lstStyle/>
        <a:p>
          <a:endParaRPr lang="en-US"/>
        </a:p>
      </dgm:t>
    </dgm:pt>
    <dgm:pt modelId="{092824C7-C35A-44D7-B37E-5DA2FA041E95}">
      <dgm:prSet/>
      <dgm:spPr/>
      <dgm:t>
        <a:bodyPr/>
        <a:lstStyle/>
        <a:p>
          <a:r>
            <a:rPr lang="en-US" dirty="0"/>
            <a:t>AVANTAGES ET INCONVENIENTS</a:t>
          </a:r>
        </a:p>
      </dgm:t>
    </dgm:pt>
    <dgm:pt modelId="{D18AA31C-E902-4053-8FC3-7A6D466A89DC}" type="parTrans" cxnId="{1B0E842B-0888-49B5-A76E-19F565652239}">
      <dgm:prSet/>
      <dgm:spPr/>
      <dgm:t>
        <a:bodyPr/>
        <a:lstStyle/>
        <a:p>
          <a:endParaRPr lang="en-US"/>
        </a:p>
      </dgm:t>
    </dgm:pt>
    <dgm:pt modelId="{17DE118F-3842-4C6C-AF0B-58F79095BC29}" type="sibTrans" cxnId="{1B0E842B-0888-49B5-A76E-19F565652239}">
      <dgm:prSet/>
      <dgm:spPr/>
      <dgm:t>
        <a:bodyPr/>
        <a:lstStyle/>
        <a:p>
          <a:endParaRPr lang="en-US"/>
        </a:p>
      </dgm:t>
    </dgm:pt>
    <dgm:pt modelId="{5806E469-0A2F-448D-B81D-3BC2E6446973}">
      <dgm:prSet/>
      <dgm:spPr/>
      <dgm:t>
        <a:bodyPr/>
        <a:lstStyle/>
        <a:p>
          <a:r>
            <a:rPr lang="en-US" dirty="0"/>
            <a:t>LES ENJEUX</a:t>
          </a:r>
        </a:p>
      </dgm:t>
    </dgm:pt>
    <dgm:pt modelId="{021949D7-20CB-49AA-AE65-E403AD4781E8}" type="parTrans" cxnId="{FEC6A1F6-7C40-4DCF-B8F9-02CAF5346690}">
      <dgm:prSet/>
      <dgm:spPr/>
      <dgm:t>
        <a:bodyPr/>
        <a:lstStyle/>
        <a:p>
          <a:endParaRPr lang="en-US"/>
        </a:p>
      </dgm:t>
    </dgm:pt>
    <dgm:pt modelId="{E09EE33B-F540-4676-B0C4-46A8E4D89019}" type="sibTrans" cxnId="{FEC6A1F6-7C40-4DCF-B8F9-02CAF5346690}">
      <dgm:prSet/>
      <dgm:spPr/>
      <dgm:t>
        <a:bodyPr/>
        <a:lstStyle/>
        <a:p>
          <a:endParaRPr lang="en-US"/>
        </a:p>
      </dgm:t>
    </dgm:pt>
    <dgm:pt modelId="{12F30956-9478-46A1-B550-DBD23E6E1EE6}">
      <dgm:prSet/>
      <dgm:spPr/>
      <dgm:t>
        <a:bodyPr/>
        <a:lstStyle/>
        <a:p>
          <a:r>
            <a:rPr lang="en-US" dirty="0"/>
            <a:t>DIMENSIONS JURIDIQUE ET ECONOMIQUE</a:t>
          </a:r>
        </a:p>
      </dgm:t>
    </dgm:pt>
    <dgm:pt modelId="{75C383AC-7014-495B-9817-9CE5D4451AA5}" type="parTrans" cxnId="{7A75C0EA-9B8D-485C-B035-70C6F73979AE}">
      <dgm:prSet/>
      <dgm:spPr/>
      <dgm:t>
        <a:bodyPr/>
        <a:lstStyle/>
        <a:p>
          <a:endParaRPr lang="en-US"/>
        </a:p>
      </dgm:t>
    </dgm:pt>
    <dgm:pt modelId="{302D602F-2F5D-4699-A503-A8EBFA4CB09D}" type="sibTrans" cxnId="{7A75C0EA-9B8D-485C-B035-70C6F73979AE}">
      <dgm:prSet/>
      <dgm:spPr/>
      <dgm:t>
        <a:bodyPr/>
        <a:lstStyle/>
        <a:p>
          <a:endParaRPr lang="en-US"/>
        </a:p>
      </dgm:t>
    </dgm:pt>
    <dgm:pt modelId="{A9FF2FE4-94B7-459C-AD99-A04094544289}">
      <dgm:prSet/>
      <dgm:spPr/>
      <dgm:t>
        <a:bodyPr/>
        <a:lstStyle/>
        <a:p>
          <a:r>
            <a:rPr lang="en-US" dirty="0"/>
            <a:t>DERNIERES NOUVEAUTES</a:t>
          </a:r>
        </a:p>
      </dgm:t>
    </dgm:pt>
    <dgm:pt modelId="{FFB79A94-702C-47A5-AF7E-0E36D9F2655D}" type="parTrans" cxnId="{FA20B01E-C786-4F03-AB0C-77B0EF104166}">
      <dgm:prSet/>
      <dgm:spPr/>
      <dgm:t>
        <a:bodyPr/>
        <a:lstStyle/>
        <a:p>
          <a:endParaRPr lang="en-US"/>
        </a:p>
      </dgm:t>
    </dgm:pt>
    <dgm:pt modelId="{BA2E8D05-9E8E-4955-87A7-2AE0347B126A}" type="sibTrans" cxnId="{FA20B01E-C786-4F03-AB0C-77B0EF104166}">
      <dgm:prSet/>
      <dgm:spPr/>
      <dgm:t>
        <a:bodyPr/>
        <a:lstStyle/>
        <a:p>
          <a:endParaRPr lang="en-US"/>
        </a:p>
      </dgm:t>
    </dgm:pt>
    <dgm:pt modelId="{586DE8B5-5CA1-4720-BA70-0CB76C8C3B13}">
      <dgm:prSet/>
      <dgm:spPr/>
      <dgm:t>
        <a:bodyPr/>
        <a:lstStyle/>
        <a:p>
          <a:r>
            <a:rPr lang="fr-FR" dirty="0"/>
            <a:t>SYNTHESE</a:t>
          </a:r>
          <a:endParaRPr lang="en-US" dirty="0"/>
        </a:p>
      </dgm:t>
    </dgm:pt>
    <dgm:pt modelId="{4B100C76-499C-4213-A7CD-3A70C9671732}" type="parTrans" cxnId="{41F315EE-0EBF-4622-AE33-3A362F72E056}">
      <dgm:prSet/>
      <dgm:spPr/>
      <dgm:t>
        <a:bodyPr/>
        <a:lstStyle/>
        <a:p>
          <a:endParaRPr lang="en-US"/>
        </a:p>
      </dgm:t>
    </dgm:pt>
    <dgm:pt modelId="{C98A9C4C-7909-4777-953D-4FF9D2586A03}" type="sibTrans" cxnId="{41F315EE-0EBF-4622-AE33-3A362F72E056}">
      <dgm:prSet/>
      <dgm:spPr/>
      <dgm:t>
        <a:bodyPr/>
        <a:lstStyle/>
        <a:p>
          <a:endParaRPr lang="en-US"/>
        </a:p>
      </dgm:t>
    </dgm:pt>
    <dgm:pt modelId="{F0C47F07-E5CF-4E74-A00B-9416EEC0DF41}">
      <dgm:prSet/>
      <dgm:spPr/>
      <dgm:t>
        <a:bodyPr/>
        <a:lstStyle/>
        <a:p>
          <a:r>
            <a:rPr lang="en-US" dirty="0"/>
            <a:t>RETOUR SUR EXPERIENCE</a:t>
          </a:r>
        </a:p>
      </dgm:t>
    </dgm:pt>
    <dgm:pt modelId="{1A976541-0EBD-4145-9363-675EF1B3D37B}" type="parTrans" cxnId="{D5863704-6F1F-49E6-991D-83AD553376F2}">
      <dgm:prSet/>
      <dgm:spPr/>
      <dgm:t>
        <a:bodyPr/>
        <a:lstStyle/>
        <a:p>
          <a:endParaRPr lang="en-US"/>
        </a:p>
      </dgm:t>
    </dgm:pt>
    <dgm:pt modelId="{5FD18C32-01EE-4FBA-85C6-59D992827CFD}" type="sibTrans" cxnId="{D5863704-6F1F-49E6-991D-83AD553376F2}">
      <dgm:prSet/>
      <dgm:spPr/>
      <dgm:t>
        <a:bodyPr/>
        <a:lstStyle/>
        <a:p>
          <a:endParaRPr lang="en-US"/>
        </a:p>
      </dgm:t>
    </dgm:pt>
    <dgm:pt modelId="{19379F5E-5E16-40E6-A453-97C7A8633E93}">
      <dgm:prSet/>
      <dgm:spPr/>
      <dgm:t>
        <a:bodyPr/>
        <a:lstStyle/>
        <a:p>
          <a:r>
            <a:rPr lang="en-US" dirty="0"/>
            <a:t>OUTILS DE VEILLE EXPLOITES </a:t>
          </a:r>
        </a:p>
      </dgm:t>
    </dgm:pt>
    <dgm:pt modelId="{29952D0D-17B4-4D9C-9A7C-418709B0694F}" type="parTrans" cxnId="{C0515DF9-EA5D-4A7C-AAEB-8361C9DC707C}">
      <dgm:prSet/>
      <dgm:spPr/>
      <dgm:t>
        <a:bodyPr/>
        <a:lstStyle/>
        <a:p>
          <a:endParaRPr lang="fr-FR"/>
        </a:p>
      </dgm:t>
    </dgm:pt>
    <dgm:pt modelId="{28D2EAA7-3FFA-42E7-871F-B89CB8E03135}" type="sibTrans" cxnId="{C0515DF9-EA5D-4A7C-AAEB-8361C9DC707C}">
      <dgm:prSet/>
      <dgm:spPr/>
      <dgm:t>
        <a:bodyPr/>
        <a:lstStyle/>
        <a:p>
          <a:endParaRPr lang="fr-FR"/>
        </a:p>
      </dgm:t>
    </dgm:pt>
    <dgm:pt modelId="{B95F89C3-A131-4447-9D18-1925B25060D1}">
      <dgm:prSet/>
      <dgm:spPr/>
      <dgm:t>
        <a:bodyPr/>
        <a:lstStyle/>
        <a:p>
          <a:r>
            <a:rPr lang="en-US" dirty="0"/>
            <a:t>SOURCES EXPLOITEES</a:t>
          </a:r>
        </a:p>
      </dgm:t>
    </dgm:pt>
    <dgm:pt modelId="{6707256B-EEC5-4209-B4B9-DC220BA6E7D4}" type="parTrans" cxnId="{064EC963-64D3-438A-B126-A7E26C6699F8}">
      <dgm:prSet/>
      <dgm:spPr/>
      <dgm:t>
        <a:bodyPr/>
        <a:lstStyle/>
        <a:p>
          <a:endParaRPr lang="fr-FR"/>
        </a:p>
      </dgm:t>
    </dgm:pt>
    <dgm:pt modelId="{25F0BBC0-6D48-4812-8B3A-92C2310DA7C6}" type="sibTrans" cxnId="{064EC963-64D3-438A-B126-A7E26C6699F8}">
      <dgm:prSet/>
      <dgm:spPr/>
      <dgm:t>
        <a:bodyPr/>
        <a:lstStyle/>
        <a:p>
          <a:endParaRPr lang="fr-FR"/>
        </a:p>
      </dgm:t>
    </dgm:pt>
    <dgm:pt modelId="{EB714ED0-C997-4E00-956F-E3EF977C2951}" type="pres">
      <dgm:prSet presAssocID="{2C504954-9053-4AA6-9EB5-17FBAB5BF1EC}" presName="vert0" presStyleCnt="0">
        <dgm:presLayoutVars>
          <dgm:dir/>
          <dgm:animOne val="branch"/>
          <dgm:animLvl val="lvl"/>
        </dgm:presLayoutVars>
      </dgm:prSet>
      <dgm:spPr/>
    </dgm:pt>
    <dgm:pt modelId="{966FF058-437D-4397-B4BA-0722A521B4D9}" type="pres">
      <dgm:prSet presAssocID="{B51D741C-D0EB-4778-B668-722982EA5B43}" presName="thickLine" presStyleLbl="alignNode1" presStyleIdx="0" presStyleCnt="11"/>
      <dgm:spPr/>
    </dgm:pt>
    <dgm:pt modelId="{64EFD05E-21ED-41F1-952F-69DC7DC6D72F}" type="pres">
      <dgm:prSet presAssocID="{B51D741C-D0EB-4778-B668-722982EA5B43}" presName="horz1" presStyleCnt="0"/>
      <dgm:spPr/>
    </dgm:pt>
    <dgm:pt modelId="{A7824A00-57CB-4BEB-9096-17C762B8010F}" type="pres">
      <dgm:prSet presAssocID="{B51D741C-D0EB-4778-B668-722982EA5B43}" presName="tx1" presStyleLbl="revTx" presStyleIdx="0" presStyleCnt="11"/>
      <dgm:spPr/>
    </dgm:pt>
    <dgm:pt modelId="{647C1BB6-3385-4623-89F8-5FC3A582B3F8}" type="pres">
      <dgm:prSet presAssocID="{B51D741C-D0EB-4778-B668-722982EA5B43}" presName="vert1" presStyleCnt="0"/>
      <dgm:spPr/>
    </dgm:pt>
    <dgm:pt modelId="{4CE7CE57-3BEA-4F1C-8454-F0D71419C533}" type="pres">
      <dgm:prSet presAssocID="{52558E41-94E6-4455-B75D-EC4BC3A62776}" presName="thickLine" presStyleLbl="alignNode1" presStyleIdx="1" presStyleCnt="11"/>
      <dgm:spPr/>
    </dgm:pt>
    <dgm:pt modelId="{30E87EBD-3EDF-4FEF-85C6-63CC386B0F08}" type="pres">
      <dgm:prSet presAssocID="{52558E41-94E6-4455-B75D-EC4BC3A62776}" presName="horz1" presStyleCnt="0"/>
      <dgm:spPr/>
    </dgm:pt>
    <dgm:pt modelId="{4B662C97-32C6-4CB5-A6BD-999FAA26CC91}" type="pres">
      <dgm:prSet presAssocID="{52558E41-94E6-4455-B75D-EC4BC3A62776}" presName="tx1" presStyleLbl="revTx" presStyleIdx="1" presStyleCnt="11"/>
      <dgm:spPr/>
    </dgm:pt>
    <dgm:pt modelId="{CFB97F3A-341E-46E4-8DBE-4AD086B629CF}" type="pres">
      <dgm:prSet presAssocID="{52558E41-94E6-4455-B75D-EC4BC3A62776}" presName="vert1" presStyleCnt="0"/>
      <dgm:spPr/>
    </dgm:pt>
    <dgm:pt modelId="{43B69409-5ED3-4DC0-A22C-169139162988}" type="pres">
      <dgm:prSet presAssocID="{F861A825-3EB9-4E68-BEAD-B0192A91AC3E}" presName="thickLine" presStyleLbl="alignNode1" presStyleIdx="2" presStyleCnt="11"/>
      <dgm:spPr/>
    </dgm:pt>
    <dgm:pt modelId="{E6644987-ECB9-4E83-A69F-5DB2A676E692}" type="pres">
      <dgm:prSet presAssocID="{F861A825-3EB9-4E68-BEAD-B0192A91AC3E}" presName="horz1" presStyleCnt="0"/>
      <dgm:spPr/>
    </dgm:pt>
    <dgm:pt modelId="{1B784DFF-E0E3-403E-A03D-D95C6A6A5B66}" type="pres">
      <dgm:prSet presAssocID="{F861A825-3EB9-4E68-BEAD-B0192A91AC3E}" presName="tx1" presStyleLbl="revTx" presStyleIdx="2" presStyleCnt="11"/>
      <dgm:spPr/>
    </dgm:pt>
    <dgm:pt modelId="{6A20CF5C-0D2F-4A37-8253-D222A4F8EE17}" type="pres">
      <dgm:prSet presAssocID="{F861A825-3EB9-4E68-BEAD-B0192A91AC3E}" presName="vert1" presStyleCnt="0"/>
      <dgm:spPr/>
    </dgm:pt>
    <dgm:pt modelId="{BABFBC38-DEEE-4714-A072-8A6200D1AD42}" type="pres">
      <dgm:prSet presAssocID="{092824C7-C35A-44D7-B37E-5DA2FA041E95}" presName="thickLine" presStyleLbl="alignNode1" presStyleIdx="3" presStyleCnt="11"/>
      <dgm:spPr/>
    </dgm:pt>
    <dgm:pt modelId="{6729BF8A-6237-4AD1-8362-26DDB71A9A07}" type="pres">
      <dgm:prSet presAssocID="{092824C7-C35A-44D7-B37E-5DA2FA041E95}" presName="horz1" presStyleCnt="0"/>
      <dgm:spPr/>
    </dgm:pt>
    <dgm:pt modelId="{177E4035-CCCA-4456-BBA2-ADE7934D0D10}" type="pres">
      <dgm:prSet presAssocID="{092824C7-C35A-44D7-B37E-5DA2FA041E95}" presName="tx1" presStyleLbl="revTx" presStyleIdx="3" presStyleCnt="11"/>
      <dgm:spPr/>
    </dgm:pt>
    <dgm:pt modelId="{E84369B8-4031-4B3F-88B6-5528BBDBAF69}" type="pres">
      <dgm:prSet presAssocID="{092824C7-C35A-44D7-B37E-5DA2FA041E95}" presName="vert1" presStyleCnt="0"/>
      <dgm:spPr/>
    </dgm:pt>
    <dgm:pt modelId="{841E6C2C-EAFE-4AEE-85C7-80470AD52603}" type="pres">
      <dgm:prSet presAssocID="{5806E469-0A2F-448D-B81D-3BC2E6446973}" presName="thickLine" presStyleLbl="alignNode1" presStyleIdx="4" presStyleCnt="11"/>
      <dgm:spPr/>
    </dgm:pt>
    <dgm:pt modelId="{569AAEFD-78DC-46E8-86CA-EBE147C62C75}" type="pres">
      <dgm:prSet presAssocID="{5806E469-0A2F-448D-B81D-3BC2E6446973}" presName="horz1" presStyleCnt="0"/>
      <dgm:spPr/>
    </dgm:pt>
    <dgm:pt modelId="{4F73D16F-568F-4E94-9F3D-5E6131BB6537}" type="pres">
      <dgm:prSet presAssocID="{5806E469-0A2F-448D-B81D-3BC2E6446973}" presName="tx1" presStyleLbl="revTx" presStyleIdx="4" presStyleCnt="11"/>
      <dgm:spPr/>
    </dgm:pt>
    <dgm:pt modelId="{12B57CCE-8E8D-4CBC-9D5C-0D7F4E9E51D0}" type="pres">
      <dgm:prSet presAssocID="{5806E469-0A2F-448D-B81D-3BC2E6446973}" presName="vert1" presStyleCnt="0"/>
      <dgm:spPr/>
    </dgm:pt>
    <dgm:pt modelId="{8B6FE5CF-0F56-42EE-AD9F-98062AC1A811}" type="pres">
      <dgm:prSet presAssocID="{12F30956-9478-46A1-B550-DBD23E6E1EE6}" presName="thickLine" presStyleLbl="alignNode1" presStyleIdx="5" presStyleCnt="11"/>
      <dgm:spPr/>
    </dgm:pt>
    <dgm:pt modelId="{0DE27141-46BA-44A8-B11A-A4532102BD73}" type="pres">
      <dgm:prSet presAssocID="{12F30956-9478-46A1-B550-DBD23E6E1EE6}" presName="horz1" presStyleCnt="0"/>
      <dgm:spPr/>
    </dgm:pt>
    <dgm:pt modelId="{2DEB28BB-951A-4667-84F5-446BD612BA0A}" type="pres">
      <dgm:prSet presAssocID="{12F30956-9478-46A1-B550-DBD23E6E1EE6}" presName="tx1" presStyleLbl="revTx" presStyleIdx="5" presStyleCnt="11"/>
      <dgm:spPr/>
    </dgm:pt>
    <dgm:pt modelId="{D7BEA6B9-0550-4A37-AB18-940ABBDF91A0}" type="pres">
      <dgm:prSet presAssocID="{12F30956-9478-46A1-B550-DBD23E6E1EE6}" presName="vert1" presStyleCnt="0"/>
      <dgm:spPr/>
    </dgm:pt>
    <dgm:pt modelId="{74C959C3-AAD5-4FFF-B086-F5D90894B244}" type="pres">
      <dgm:prSet presAssocID="{A9FF2FE4-94B7-459C-AD99-A04094544289}" presName="thickLine" presStyleLbl="alignNode1" presStyleIdx="6" presStyleCnt="11"/>
      <dgm:spPr/>
    </dgm:pt>
    <dgm:pt modelId="{0D72CEBD-5AA8-4C19-BD46-C532B9E353E8}" type="pres">
      <dgm:prSet presAssocID="{A9FF2FE4-94B7-459C-AD99-A04094544289}" presName="horz1" presStyleCnt="0"/>
      <dgm:spPr/>
    </dgm:pt>
    <dgm:pt modelId="{426813A5-FBC4-4418-9DF9-DE36253BA23E}" type="pres">
      <dgm:prSet presAssocID="{A9FF2FE4-94B7-459C-AD99-A04094544289}" presName="tx1" presStyleLbl="revTx" presStyleIdx="6" presStyleCnt="11"/>
      <dgm:spPr/>
    </dgm:pt>
    <dgm:pt modelId="{E404AD7E-BEBB-499B-A019-7F0C6428AF9B}" type="pres">
      <dgm:prSet presAssocID="{A9FF2FE4-94B7-459C-AD99-A04094544289}" presName="vert1" presStyleCnt="0"/>
      <dgm:spPr/>
    </dgm:pt>
    <dgm:pt modelId="{B3BA4DF6-E74A-4BEE-BA32-1B44673328F5}" type="pres">
      <dgm:prSet presAssocID="{586DE8B5-5CA1-4720-BA70-0CB76C8C3B13}" presName="thickLine" presStyleLbl="alignNode1" presStyleIdx="7" presStyleCnt="11"/>
      <dgm:spPr/>
    </dgm:pt>
    <dgm:pt modelId="{6E83F3CB-1093-4BED-BE1A-BF86748FF1C6}" type="pres">
      <dgm:prSet presAssocID="{586DE8B5-5CA1-4720-BA70-0CB76C8C3B13}" presName="horz1" presStyleCnt="0"/>
      <dgm:spPr/>
    </dgm:pt>
    <dgm:pt modelId="{F4570C7E-2483-45F8-8767-4FF0120BF009}" type="pres">
      <dgm:prSet presAssocID="{586DE8B5-5CA1-4720-BA70-0CB76C8C3B13}" presName="tx1" presStyleLbl="revTx" presStyleIdx="7" presStyleCnt="11"/>
      <dgm:spPr/>
    </dgm:pt>
    <dgm:pt modelId="{90461998-1D61-482C-909F-9E2691FA5CB0}" type="pres">
      <dgm:prSet presAssocID="{586DE8B5-5CA1-4720-BA70-0CB76C8C3B13}" presName="vert1" presStyleCnt="0"/>
      <dgm:spPr/>
    </dgm:pt>
    <dgm:pt modelId="{86157563-4F17-4913-A7D9-C83718A798A2}" type="pres">
      <dgm:prSet presAssocID="{F0C47F07-E5CF-4E74-A00B-9416EEC0DF41}" presName="thickLine" presStyleLbl="alignNode1" presStyleIdx="8" presStyleCnt="11" custLinFactNeighborX="-1449" custLinFactNeighborY="-10771"/>
      <dgm:spPr/>
    </dgm:pt>
    <dgm:pt modelId="{A9297669-69BB-4120-8335-E88A8A2CDDC1}" type="pres">
      <dgm:prSet presAssocID="{F0C47F07-E5CF-4E74-A00B-9416EEC0DF41}" presName="horz1" presStyleCnt="0"/>
      <dgm:spPr/>
    </dgm:pt>
    <dgm:pt modelId="{98683DCB-3C3F-44BA-803E-664D269BA222}" type="pres">
      <dgm:prSet presAssocID="{F0C47F07-E5CF-4E74-A00B-9416EEC0DF41}" presName="tx1" presStyleLbl="revTx" presStyleIdx="8" presStyleCnt="11"/>
      <dgm:spPr/>
    </dgm:pt>
    <dgm:pt modelId="{432E95CC-405C-47F8-8425-4D5071EEF00F}" type="pres">
      <dgm:prSet presAssocID="{F0C47F07-E5CF-4E74-A00B-9416EEC0DF41}" presName="vert1" presStyleCnt="0"/>
      <dgm:spPr/>
    </dgm:pt>
    <dgm:pt modelId="{0355536A-2E65-4756-9C48-BDEDF9DF676E}" type="pres">
      <dgm:prSet presAssocID="{19379F5E-5E16-40E6-A453-97C7A8633E93}" presName="thickLine" presStyleLbl="alignNode1" presStyleIdx="9" presStyleCnt="11"/>
      <dgm:spPr/>
    </dgm:pt>
    <dgm:pt modelId="{84B4820C-CD77-4A69-AB13-A9019A1A6383}" type="pres">
      <dgm:prSet presAssocID="{19379F5E-5E16-40E6-A453-97C7A8633E93}" presName="horz1" presStyleCnt="0"/>
      <dgm:spPr/>
    </dgm:pt>
    <dgm:pt modelId="{5A9D8167-4B6A-4296-9345-67F555C14059}" type="pres">
      <dgm:prSet presAssocID="{19379F5E-5E16-40E6-A453-97C7A8633E93}" presName="tx1" presStyleLbl="revTx" presStyleIdx="9" presStyleCnt="11"/>
      <dgm:spPr/>
    </dgm:pt>
    <dgm:pt modelId="{E6EA28B9-FFFC-4305-AD5C-0801467ED4DE}" type="pres">
      <dgm:prSet presAssocID="{19379F5E-5E16-40E6-A453-97C7A8633E93}" presName="vert1" presStyleCnt="0"/>
      <dgm:spPr/>
    </dgm:pt>
    <dgm:pt modelId="{39B6901B-4B48-4AB1-A6F3-5E41D7D03A0A}" type="pres">
      <dgm:prSet presAssocID="{B95F89C3-A131-4447-9D18-1925B25060D1}" presName="thickLine" presStyleLbl="alignNode1" presStyleIdx="10" presStyleCnt="11"/>
      <dgm:spPr/>
    </dgm:pt>
    <dgm:pt modelId="{E09AF9B2-0C97-43B8-9999-BDFEA9A33941}" type="pres">
      <dgm:prSet presAssocID="{B95F89C3-A131-4447-9D18-1925B25060D1}" presName="horz1" presStyleCnt="0"/>
      <dgm:spPr/>
    </dgm:pt>
    <dgm:pt modelId="{50F8C4B6-2658-49E2-BB5A-F839EEE45B49}" type="pres">
      <dgm:prSet presAssocID="{B95F89C3-A131-4447-9D18-1925B25060D1}" presName="tx1" presStyleLbl="revTx" presStyleIdx="10" presStyleCnt="11"/>
      <dgm:spPr/>
    </dgm:pt>
    <dgm:pt modelId="{238C70E6-DF6C-410F-B41D-617F79642634}" type="pres">
      <dgm:prSet presAssocID="{B95F89C3-A131-4447-9D18-1925B25060D1}" presName="vert1" presStyleCnt="0"/>
      <dgm:spPr/>
    </dgm:pt>
  </dgm:ptLst>
  <dgm:cxnLst>
    <dgm:cxn modelId="{D5863704-6F1F-49E6-991D-83AD553376F2}" srcId="{2C504954-9053-4AA6-9EB5-17FBAB5BF1EC}" destId="{F0C47F07-E5CF-4E74-A00B-9416EEC0DF41}" srcOrd="8" destOrd="0" parTransId="{1A976541-0EBD-4145-9363-675EF1B3D37B}" sibTransId="{5FD18C32-01EE-4FBA-85C6-59D992827CFD}"/>
    <dgm:cxn modelId="{4551810F-A569-4359-88F7-2A4D8C5280C2}" type="presOf" srcId="{A9FF2FE4-94B7-459C-AD99-A04094544289}" destId="{426813A5-FBC4-4418-9DF9-DE36253BA23E}" srcOrd="0" destOrd="0" presId="urn:microsoft.com/office/officeart/2008/layout/LinedList"/>
    <dgm:cxn modelId="{E2742816-29F1-4637-8E61-68AA9C3D835D}" type="presOf" srcId="{092824C7-C35A-44D7-B37E-5DA2FA041E95}" destId="{177E4035-CCCA-4456-BBA2-ADE7934D0D10}" srcOrd="0" destOrd="0" presId="urn:microsoft.com/office/officeart/2008/layout/LinedList"/>
    <dgm:cxn modelId="{3D88721B-32BF-4711-9B1D-7A8575CF5CB1}" srcId="{2C504954-9053-4AA6-9EB5-17FBAB5BF1EC}" destId="{52558E41-94E6-4455-B75D-EC4BC3A62776}" srcOrd="1" destOrd="0" parTransId="{D81CD9F0-0B8E-4302-A90C-566DA23DD97B}" sibTransId="{7C9C5FDB-6573-4630-BF15-42AB0388AECC}"/>
    <dgm:cxn modelId="{FA20B01E-C786-4F03-AB0C-77B0EF104166}" srcId="{2C504954-9053-4AA6-9EB5-17FBAB5BF1EC}" destId="{A9FF2FE4-94B7-459C-AD99-A04094544289}" srcOrd="6" destOrd="0" parTransId="{FFB79A94-702C-47A5-AF7E-0E36D9F2655D}" sibTransId="{BA2E8D05-9E8E-4955-87A7-2AE0347B126A}"/>
    <dgm:cxn modelId="{1B0E842B-0888-49B5-A76E-19F565652239}" srcId="{2C504954-9053-4AA6-9EB5-17FBAB5BF1EC}" destId="{092824C7-C35A-44D7-B37E-5DA2FA041E95}" srcOrd="3" destOrd="0" parTransId="{D18AA31C-E902-4053-8FC3-7A6D466A89DC}" sibTransId="{17DE118F-3842-4C6C-AF0B-58F79095BC29}"/>
    <dgm:cxn modelId="{97F00B5C-F048-419D-AA76-AB73190E0AEA}" srcId="{2C504954-9053-4AA6-9EB5-17FBAB5BF1EC}" destId="{B51D741C-D0EB-4778-B668-722982EA5B43}" srcOrd="0" destOrd="0" parTransId="{D0FB474B-D435-48BB-BD87-554CC6511F3F}" sibTransId="{A7F32EB0-582E-49BE-9196-49322924CFD2}"/>
    <dgm:cxn modelId="{3C9BB260-2ED0-46A8-81CA-A1DDEDA2B446}" type="presOf" srcId="{F861A825-3EB9-4E68-BEAD-B0192A91AC3E}" destId="{1B784DFF-E0E3-403E-A03D-D95C6A6A5B66}" srcOrd="0" destOrd="0" presId="urn:microsoft.com/office/officeart/2008/layout/LinedList"/>
    <dgm:cxn modelId="{6AF26042-A6EB-4EC5-BADF-17F8EE2C51F2}" type="presOf" srcId="{52558E41-94E6-4455-B75D-EC4BC3A62776}" destId="{4B662C97-32C6-4CB5-A6BD-999FAA26CC91}" srcOrd="0" destOrd="0" presId="urn:microsoft.com/office/officeart/2008/layout/LinedList"/>
    <dgm:cxn modelId="{064EC963-64D3-438A-B126-A7E26C6699F8}" srcId="{2C504954-9053-4AA6-9EB5-17FBAB5BF1EC}" destId="{B95F89C3-A131-4447-9D18-1925B25060D1}" srcOrd="10" destOrd="0" parTransId="{6707256B-EEC5-4209-B4B9-DC220BA6E7D4}" sibTransId="{25F0BBC0-6D48-4812-8B3A-92C2310DA7C6}"/>
    <dgm:cxn modelId="{3B1BE54D-7493-42C1-B3B1-3261934D90B9}" type="presOf" srcId="{586DE8B5-5CA1-4720-BA70-0CB76C8C3B13}" destId="{F4570C7E-2483-45F8-8767-4FF0120BF009}" srcOrd="0" destOrd="0" presId="urn:microsoft.com/office/officeart/2008/layout/LinedList"/>
    <dgm:cxn modelId="{82C73359-7232-4268-9B27-47C3869173BF}" type="presOf" srcId="{B51D741C-D0EB-4778-B668-722982EA5B43}" destId="{A7824A00-57CB-4BEB-9096-17C762B8010F}" srcOrd="0" destOrd="0" presId="urn:microsoft.com/office/officeart/2008/layout/LinedList"/>
    <dgm:cxn modelId="{DD71257E-3894-4742-B0F2-7B6F71969165}" type="presOf" srcId="{B95F89C3-A131-4447-9D18-1925B25060D1}" destId="{50F8C4B6-2658-49E2-BB5A-F839EEE45B49}" srcOrd="0" destOrd="0" presId="urn:microsoft.com/office/officeart/2008/layout/LinedList"/>
    <dgm:cxn modelId="{461C21BB-3558-4401-BDD9-09FD71A4CDED}" type="presOf" srcId="{5806E469-0A2F-448D-B81D-3BC2E6446973}" destId="{4F73D16F-568F-4E94-9F3D-5E6131BB6537}" srcOrd="0" destOrd="0" presId="urn:microsoft.com/office/officeart/2008/layout/LinedList"/>
    <dgm:cxn modelId="{20F1B9D5-B3E5-4C63-A0AB-EFCA20481553}" type="presOf" srcId="{2C504954-9053-4AA6-9EB5-17FBAB5BF1EC}" destId="{EB714ED0-C997-4E00-956F-E3EF977C2951}" srcOrd="0" destOrd="0" presId="urn:microsoft.com/office/officeart/2008/layout/LinedList"/>
    <dgm:cxn modelId="{A8A48BE0-D6C2-4891-9A07-D66DA81ED6BC}" srcId="{2C504954-9053-4AA6-9EB5-17FBAB5BF1EC}" destId="{F861A825-3EB9-4E68-BEAD-B0192A91AC3E}" srcOrd="2" destOrd="0" parTransId="{7A11316B-F052-45E0-8C9E-895B467801EB}" sibTransId="{28293A5A-1B84-4B51-8DA3-4453327C57A6}"/>
    <dgm:cxn modelId="{7A75C0EA-9B8D-485C-B035-70C6F73979AE}" srcId="{2C504954-9053-4AA6-9EB5-17FBAB5BF1EC}" destId="{12F30956-9478-46A1-B550-DBD23E6E1EE6}" srcOrd="5" destOrd="0" parTransId="{75C383AC-7014-495B-9817-9CE5D4451AA5}" sibTransId="{302D602F-2F5D-4699-A503-A8EBFA4CB09D}"/>
    <dgm:cxn modelId="{41F315EE-0EBF-4622-AE33-3A362F72E056}" srcId="{2C504954-9053-4AA6-9EB5-17FBAB5BF1EC}" destId="{586DE8B5-5CA1-4720-BA70-0CB76C8C3B13}" srcOrd="7" destOrd="0" parTransId="{4B100C76-499C-4213-A7CD-3A70C9671732}" sibTransId="{C98A9C4C-7909-4777-953D-4FF9D2586A03}"/>
    <dgm:cxn modelId="{B70BF3F0-9FFF-48AD-8FCD-3821674E6542}" type="presOf" srcId="{F0C47F07-E5CF-4E74-A00B-9416EEC0DF41}" destId="{98683DCB-3C3F-44BA-803E-664D269BA222}" srcOrd="0" destOrd="0" presId="urn:microsoft.com/office/officeart/2008/layout/LinedList"/>
    <dgm:cxn modelId="{FEC6A1F6-7C40-4DCF-B8F9-02CAF5346690}" srcId="{2C504954-9053-4AA6-9EB5-17FBAB5BF1EC}" destId="{5806E469-0A2F-448D-B81D-3BC2E6446973}" srcOrd="4" destOrd="0" parTransId="{021949D7-20CB-49AA-AE65-E403AD4781E8}" sibTransId="{E09EE33B-F540-4676-B0C4-46A8E4D89019}"/>
    <dgm:cxn modelId="{C0515DF9-EA5D-4A7C-AAEB-8361C9DC707C}" srcId="{2C504954-9053-4AA6-9EB5-17FBAB5BF1EC}" destId="{19379F5E-5E16-40E6-A453-97C7A8633E93}" srcOrd="9" destOrd="0" parTransId="{29952D0D-17B4-4D9C-9A7C-418709B0694F}" sibTransId="{28D2EAA7-3FFA-42E7-871F-B89CB8E03135}"/>
    <dgm:cxn modelId="{DEAB71FA-9D30-4520-B6DF-D3B3AC1C1C41}" type="presOf" srcId="{12F30956-9478-46A1-B550-DBD23E6E1EE6}" destId="{2DEB28BB-951A-4667-84F5-446BD612BA0A}" srcOrd="0" destOrd="0" presId="urn:microsoft.com/office/officeart/2008/layout/LinedList"/>
    <dgm:cxn modelId="{BC54B3FB-1B19-4496-9226-648AF393403C}" type="presOf" srcId="{19379F5E-5E16-40E6-A453-97C7A8633E93}" destId="{5A9D8167-4B6A-4296-9345-67F555C14059}" srcOrd="0" destOrd="0" presId="urn:microsoft.com/office/officeart/2008/layout/LinedList"/>
    <dgm:cxn modelId="{0E165985-96B1-4C38-BF03-5073D963F402}" type="presParOf" srcId="{EB714ED0-C997-4E00-956F-E3EF977C2951}" destId="{966FF058-437D-4397-B4BA-0722A521B4D9}" srcOrd="0" destOrd="0" presId="urn:microsoft.com/office/officeart/2008/layout/LinedList"/>
    <dgm:cxn modelId="{C2D1A5C6-6142-435A-AF18-B53B5F4CA298}" type="presParOf" srcId="{EB714ED0-C997-4E00-956F-E3EF977C2951}" destId="{64EFD05E-21ED-41F1-952F-69DC7DC6D72F}" srcOrd="1" destOrd="0" presId="urn:microsoft.com/office/officeart/2008/layout/LinedList"/>
    <dgm:cxn modelId="{0D82DC63-7F00-442E-BE46-21D4A36EB6F5}" type="presParOf" srcId="{64EFD05E-21ED-41F1-952F-69DC7DC6D72F}" destId="{A7824A00-57CB-4BEB-9096-17C762B8010F}" srcOrd="0" destOrd="0" presId="urn:microsoft.com/office/officeart/2008/layout/LinedList"/>
    <dgm:cxn modelId="{38112908-1EE4-45A4-BCB5-CA7D962E9B08}" type="presParOf" srcId="{64EFD05E-21ED-41F1-952F-69DC7DC6D72F}" destId="{647C1BB6-3385-4623-89F8-5FC3A582B3F8}" srcOrd="1" destOrd="0" presId="urn:microsoft.com/office/officeart/2008/layout/LinedList"/>
    <dgm:cxn modelId="{8F7F0FE7-CF69-46B6-A4C3-C076179C6AA4}" type="presParOf" srcId="{EB714ED0-C997-4E00-956F-E3EF977C2951}" destId="{4CE7CE57-3BEA-4F1C-8454-F0D71419C533}" srcOrd="2" destOrd="0" presId="urn:microsoft.com/office/officeart/2008/layout/LinedList"/>
    <dgm:cxn modelId="{BF10FB67-8CF4-4BDA-AE12-77BB206A7290}" type="presParOf" srcId="{EB714ED0-C997-4E00-956F-E3EF977C2951}" destId="{30E87EBD-3EDF-4FEF-85C6-63CC386B0F08}" srcOrd="3" destOrd="0" presId="urn:microsoft.com/office/officeart/2008/layout/LinedList"/>
    <dgm:cxn modelId="{A9EE58AD-21A3-4C21-9301-A9483EE5FB54}" type="presParOf" srcId="{30E87EBD-3EDF-4FEF-85C6-63CC386B0F08}" destId="{4B662C97-32C6-4CB5-A6BD-999FAA26CC91}" srcOrd="0" destOrd="0" presId="urn:microsoft.com/office/officeart/2008/layout/LinedList"/>
    <dgm:cxn modelId="{25405D8B-70F4-475D-A4D8-9B0049460A12}" type="presParOf" srcId="{30E87EBD-3EDF-4FEF-85C6-63CC386B0F08}" destId="{CFB97F3A-341E-46E4-8DBE-4AD086B629CF}" srcOrd="1" destOrd="0" presId="urn:microsoft.com/office/officeart/2008/layout/LinedList"/>
    <dgm:cxn modelId="{F4396CF7-CB68-46C0-8A03-D19FD87535C7}" type="presParOf" srcId="{EB714ED0-C997-4E00-956F-E3EF977C2951}" destId="{43B69409-5ED3-4DC0-A22C-169139162988}" srcOrd="4" destOrd="0" presId="urn:microsoft.com/office/officeart/2008/layout/LinedList"/>
    <dgm:cxn modelId="{491234F3-B213-4FF3-BF8F-8F932F234E9A}" type="presParOf" srcId="{EB714ED0-C997-4E00-956F-E3EF977C2951}" destId="{E6644987-ECB9-4E83-A69F-5DB2A676E692}" srcOrd="5" destOrd="0" presId="urn:microsoft.com/office/officeart/2008/layout/LinedList"/>
    <dgm:cxn modelId="{90DBE77D-B338-41E4-A17D-4579D3E5816E}" type="presParOf" srcId="{E6644987-ECB9-4E83-A69F-5DB2A676E692}" destId="{1B784DFF-E0E3-403E-A03D-D95C6A6A5B66}" srcOrd="0" destOrd="0" presId="urn:microsoft.com/office/officeart/2008/layout/LinedList"/>
    <dgm:cxn modelId="{74F97509-26E3-4C3C-A076-0A54D04AED20}" type="presParOf" srcId="{E6644987-ECB9-4E83-A69F-5DB2A676E692}" destId="{6A20CF5C-0D2F-4A37-8253-D222A4F8EE17}" srcOrd="1" destOrd="0" presId="urn:microsoft.com/office/officeart/2008/layout/LinedList"/>
    <dgm:cxn modelId="{28CD7F79-DF54-4363-82D7-ACEF29269912}" type="presParOf" srcId="{EB714ED0-C997-4E00-956F-E3EF977C2951}" destId="{BABFBC38-DEEE-4714-A072-8A6200D1AD42}" srcOrd="6" destOrd="0" presId="urn:microsoft.com/office/officeart/2008/layout/LinedList"/>
    <dgm:cxn modelId="{BD1ECE0B-B284-42DE-91AD-53FEDEB67AD8}" type="presParOf" srcId="{EB714ED0-C997-4E00-956F-E3EF977C2951}" destId="{6729BF8A-6237-4AD1-8362-26DDB71A9A07}" srcOrd="7" destOrd="0" presId="urn:microsoft.com/office/officeart/2008/layout/LinedList"/>
    <dgm:cxn modelId="{69532C4F-42EF-47F0-9BBA-EEB8BB2CEE70}" type="presParOf" srcId="{6729BF8A-6237-4AD1-8362-26DDB71A9A07}" destId="{177E4035-CCCA-4456-BBA2-ADE7934D0D10}" srcOrd="0" destOrd="0" presId="urn:microsoft.com/office/officeart/2008/layout/LinedList"/>
    <dgm:cxn modelId="{5D10FF61-9562-465B-B92A-96690F4B1D63}" type="presParOf" srcId="{6729BF8A-6237-4AD1-8362-26DDB71A9A07}" destId="{E84369B8-4031-4B3F-88B6-5528BBDBAF69}" srcOrd="1" destOrd="0" presId="urn:microsoft.com/office/officeart/2008/layout/LinedList"/>
    <dgm:cxn modelId="{AC7CF259-E15D-426F-BD10-C444BD723D31}" type="presParOf" srcId="{EB714ED0-C997-4E00-956F-E3EF977C2951}" destId="{841E6C2C-EAFE-4AEE-85C7-80470AD52603}" srcOrd="8" destOrd="0" presId="urn:microsoft.com/office/officeart/2008/layout/LinedList"/>
    <dgm:cxn modelId="{B1D29D18-8CCC-4CC0-A20A-3C45822C8716}" type="presParOf" srcId="{EB714ED0-C997-4E00-956F-E3EF977C2951}" destId="{569AAEFD-78DC-46E8-86CA-EBE147C62C75}" srcOrd="9" destOrd="0" presId="urn:microsoft.com/office/officeart/2008/layout/LinedList"/>
    <dgm:cxn modelId="{0CB21F29-89AF-4995-8863-EB4A4A2D423A}" type="presParOf" srcId="{569AAEFD-78DC-46E8-86CA-EBE147C62C75}" destId="{4F73D16F-568F-4E94-9F3D-5E6131BB6537}" srcOrd="0" destOrd="0" presId="urn:microsoft.com/office/officeart/2008/layout/LinedList"/>
    <dgm:cxn modelId="{3981CB76-0EF1-46FC-B41B-DEF2C188C070}" type="presParOf" srcId="{569AAEFD-78DC-46E8-86CA-EBE147C62C75}" destId="{12B57CCE-8E8D-4CBC-9D5C-0D7F4E9E51D0}" srcOrd="1" destOrd="0" presId="urn:microsoft.com/office/officeart/2008/layout/LinedList"/>
    <dgm:cxn modelId="{8F3E73CA-D938-4AB1-9554-C545355B5269}" type="presParOf" srcId="{EB714ED0-C997-4E00-956F-E3EF977C2951}" destId="{8B6FE5CF-0F56-42EE-AD9F-98062AC1A811}" srcOrd="10" destOrd="0" presId="urn:microsoft.com/office/officeart/2008/layout/LinedList"/>
    <dgm:cxn modelId="{4A640514-1C14-42C0-B226-09AF0BC9FAC1}" type="presParOf" srcId="{EB714ED0-C997-4E00-956F-E3EF977C2951}" destId="{0DE27141-46BA-44A8-B11A-A4532102BD73}" srcOrd="11" destOrd="0" presId="urn:microsoft.com/office/officeart/2008/layout/LinedList"/>
    <dgm:cxn modelId="{FC3E38B0-5E46-4FA3-B65E-F49C71F84C57}" type="presParOf" srcId="{0DE27141-46BA-44A8-B11A-A4532102BD73}" destId="{2DEB28BB-951A-4667-84F5-446BD612BA0A}" srcOrd="0" destOrd="0" presId="urn:microsoft.com/office/officeart/2008/layout/LinedList"/>
    <dgm:cxn modelId="{7D5C5857-89B4-4531-8157-DAA36460E236}" type="presParOf" srcId="{0DE27141-46BA-44A8-B11A-A4532102BD73}" destId="{D7BEA6B9-0550-4A37-AB18-940ABBDF91A0}" srcOrd="1" destOrd="0" presId="urn:microsoft.com/office/officeart/2008/layout/LinedList"/>
    <dgm:cxn modelId="{24FEB0C1-5BA5-4BED-89D3-AB55FD9D1558}" type="presParOf" srcId="{EB714ED0-C997-4E00-956F-E3EF977C2951}" destId="{74C959C3-AAD5-4FFF-B086-F5D90894B244}" srcOrd="12" destOrd="0" presId="urn:microsoft.com/office/officeart/2008/layout/LinedList"/>
    <dgm:cxn modelId="{2F13CD7A-1933-4DD2-AC79-27595B8F7144}" type="presParOf" srcId="{EB714ED0-C997-4E00-956F-E3EF977C2951}" destId="{0D72CEBD-5AA8-4C19-BD46-C532B9E353E8}" srcOrd="13" destOrd="0" presId="urn:microsoft.com/office/officeart/2008/layout/LinedList"/>
    <dgm:cxn modelId="{23BB5626-DBB5-44AC-A0F6-8E2E8B0B08A6}" type="presParOf" srcId="{0D72CEBD-5AA8-4C19-BD46-C532B9E353E8}" destId="{426813A5-FBC4-4418-9DF9-DE36253BA23E}" srcOrd="0" destOrd="0" presId="urn:microsoft.com/office/officeart/2008/layout/LinedList"/>
    <dgm:cxn modelId="{C2EB5472-EDB8-42D1-AFCD-A0129F21F773}" type="presParOf" srcId="{0D72CEBD-5AA8-4C19-BD46-C532B9E353E8}" destId="{E404AD7E-BEBB-499B-A019-7F0C6428AF9B}" srcOrd="1" destOrd="0" presId="urn:microsoft.com/office/officeart/2008/layout/LinedList"/>
    <dgm:cxn modelId="{0FA56DBE-4454-4A6D-89F9-DCDFABB6FA77}" type="presParOf" srcId="{EB714ED0-C997-4E00-956F-E3EF977C2951}" destId="{B3BA4DF6-E74A-4BEE-BA32-1B44673328F5}" srcOrd="14" destOrd="0" presId="urn:microsoft.com/office/officeart/2008/layout/LinedList"/>
    <dgm:cxn modelId="{3BC4AA03-933C-47F7-A405-D1B037495C5C}" type="presParOf" srcId="{EB714ED0-C997-4E00-956F-E3EF977C2951}" destId="{6E83F3CB-1093-4BED-BE1A-BF86748FF1C6}" srcOrd="15" destOrd="0" presId="urn:microsoft.com/office/officeart/2008/layout/LinedList"/>
    <dgm:cxn modelId="{94E64319-5D31-41A8-8FD8-752700731C57}" type="presParOf" srcId="{6E83F3CB-1093-4BED-BE1A-BF86748FF1C6}" destId="{F4570C7E-2483-45F8-8767-4FF0120BF009}" srcOrd="0" destOrd="0" presId="urn:microsoft.com/office/officeart/2008/layout/LinedList"/>
    <dgm:cxn modelId="{7CDCA36A-CB45-4187-A930-0962C5F60C57}" type="presParOf" srcId="{6E83F3CB-1093-4BED-BE1A-BF86748FF1C6}" destId="{90461998-1D61-482C-909F-9E2691FA5CB0}" srcOrd="1" destOrd="0" presId="urn:microsoft.com/office/officeart/2008/layout/LinedList"/>
    <dgm:cxn modelId="{6414883D-818B-44B9-8043-9E8EB1A74218}" type="presParOf" srcId="{EB714ED0-C997-4E00-956F-E3EF977C2951}" destId="{86157563-4F17-4913-A7D9-C83718A798A2}" srcOrd="16" destOrd="0" presId="urn:microsoft.com/office/officeart/2008/layout/LinedList"/>
    <dgm:cxn modelId="{82D7C49E-9615-4DE5-9F1C-ED95E2005812}" type="presParOf" srcId="{EB714ED0-C997-4E00-956F-E3EF977C2951}" destId="{A9297669-69BB-4120-8335-E88A8A2CDDC1}" srcOrd="17" destOrd="0" presId="urn:microsoft.com/office/officeart/2008/layout/LinedList"/>
    <dgm:cxn modelId="{FAE38309-3187-496E-8483-52B879CADBEA}" type="presParOf" srcId="{A9297669-69BB-4120-8335-E88A8A2CDDC1}" destId="{98683DCB-3C3F-44BA-803E-664D269BA222}" srcOrd="0" destOrd="0" presId="urn:microsoft.com/office/officeart/2008/layout/LinedList"/>
    <dgm:cxn modelId="{446AB0AC-AF06-4E8D-AA3C-0CC7B9C5D3D4}" type="presParOf" srcId="{A9297669-69BB-4120-8335-E88A8A2CDDC1}" destId="{432E95CC-405C-47F8-8425-4D5071EEF00F}" srcOrd="1" destOrd="0" presId="urn:microsoft.com/office/officeart/2008/layout/LinedList"/>
    <dgm:cxn modelId="{F92C0154-BDEE-46DC-98DB-3783675B9DB1}" type="presParOf" srcId="{EB714ED0-C997-4E00-956F-E3EF977C2951}" destId="{0355536A-2E65-4756-9C48-BDEDF9DF676E}" srcOrd="18" destOrd="0" presId="urn:microsoft.com/office/officeart/2008/layout/LinedList"/>
    <dgm:cxn modelId="{97660DE4-C8A3-4104-BA22-D1EE160AA143}" type="presParOf" srcId="{EB714ED0-C997-4E00-956F-E3EF977C2951}" destId="{84B4820C-CD77-4A69-AB13-A9019A1A6383}" srcOrd="19" destOrd="0" presId="urn:microsoft.com/office/officeart/2008/layout/LinedList"/>
    <dgm:cxn modelId="{0CA30B2A-568B-43E5-B177-D4505142A0F9}" type="presParOf" srcId="{84B4820C-CD77-4A69-AB13-A9019A1A6383}" destId="{5A9D8167-4B6A-4296-9345-67F555C14059}" srcOrd="0" destOrd="0" presId="urn:microsoft.com/office/officeart/2008/layout/LinedList"/>
    <dgm:cxn modelId="{E9B7EB8D-D0DC-4E42-9256-1C144D71DDD6}" type="presParOf" srcId="{84B4820C-CD77-4A69-AB13-A9019A1A6383}" destId="{E6EA28B9-FFFC-4305-AD5C-0801467ED4DE}" srcOrd="1" destOrd="0" presId="urn:microsoft.com/office/officeart/2008/layout/LinedList"/>
    <dgm:cxn modelId="{D583D622-D090-4446-8A4A-C405D9AA56B9}" type="presParOf" srcId="{EB714ED0-C997-4E00-956F-E3EF977C2951}" destId="{39B6901B-4B48-4AB1-A6F3-5E41D7D03A0A}" srcOrd="20" destOrd="0" presId="urn:microsoft.com/office/officeart/2008/layout/LinedList"/>
    <dgm:cxn modelId="{97A71DD2-D5FF-419B-AC1D-5E250FF68313}" type="presParOf" srcId="{EB714ED0-C997-4E00-956F-E3EF977C2951}" destId="{E09AF9B2-0C97-43B8-9999-BDFEA9A33941}" srcOrd="21" destOrd="0" presId="urn:microsoft.com/office/officeart/2008/layout/LinedList"/>
    <dgm:cxn modelId="{889AD942-A088-4EE8-9763-BF1D6912171F}" type="presParOf" srcId="{E09AF9B2-0C97-43B8-9999-BDFEA9A33941}" destId="{50F8C4B6-2658-49E2-BB5A-F839EEE45B49}" srcOrd="0" destOrd="0" presId="urn:microsoft.com/office/officeart/2008/layout/LinedList"/>
    <dgm:cxn modelId="{55478345-2913-4A70-9E12-1F62BEB823DF}" type="presParOf" srcId="{E09AF9B2-0C97-43B8-9999-BDFEA9A33941}" destId="{238C70E6-DF6C-410F-B41D-617F796426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5B76ED-C686-4E97-9A28-74231B4FDDD1}" type="doc">
      <dgm:prSet loTypeId="urn:microsoft.com/office/officeart/2009/3/layout/CircleRelationship" loCatId="relationship" qsTypeId="urn:microsoft.com/office/officeart/2005/8/quickstyle/simple4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B388C4F7-DD86-40E4-BA83-6838C8E845B2}">
      <dgm:prSet phldrT="[Text]" custT="1"/>
      <dgm:spPr/>
      <dgm:t>
        <a:bodyPr rtlCol="0"/>
        <a:lstStyle/>
        <a:p>
          <a:pPr rtl="0"/>
          <a:r>
            <a:rPr lang="fr-FR" sz="1800" b="1" noProof="0" dirty="0"/>
            <a:t>L’IA reste un ensemble de techniques évolutives qui redéfinissent les capacités des machines. Ses impacts à court et long terme méritent une attention particulière.</a:t>
          </a:r>
        </a:p>
      </dgm:t>
    </dgm:pt>
    <dgm:pt modelId="{4F4EFEB2-AE6B-4B4E-A388-E726479684C1}" type="parTrans" cxnId="{FDEC3F6B-F860-4E8B-8B14-455DBFCFBFB4}">
      <dgm:prSet/>
      <dgm:spPr/>
      <dgm:t>
        <a:bodyPr rtlCol="0"/>
        <a:lstStyle/>
        <a:p>
          <a:pPr rtl="0"/>
          <a:endParaRPr lang="fr-FR" noProof="0" dirty="0"/>
        </a:p>
      </dgm:t>
    </dgm:pt>
    <dgm:pt modelId="{BEE196C3-EEB3-4935-976F-A713EF603EEA}" type="sibTrans" cxnId="{FDEC3F6B-F860-4E8B-8B14-455DBFCFBFB4}">
      <dgm:prSet/>
      <dgm:spPr/>
      <dgm:t>
        <a:bodyPr rtlCol="0"/>
        <a:lstStyle/>
        <a:p>
          <a:pPr rtl="0"/>
          <a:endParaRPr lang="fr-FR" noProof="0" dirty="0"/>
        </a:p>
      </dgm:t>
    </dgm:pt>
    <dgm:pt modelId="{27C8F191-CB8B-4A89-9EDF-D94B6E4ADC92}">
      <dgm:prSet phldrT="[Text]" custT="1"/>
      <dgm:spPr/>
      <dgm:t>
        <a:bodyPr rtlCol="0"/>
        <a:lstStyle/>
        <a:p>
          <a:pPr rtl="0"/>
          <a:r>
            <a:rPr lang="fr-FR" sz="1500" b="1" noProof="0" dirty="0"/>
            <a:t>L’IA reste un domaine en perpétuel évolution, impactant de nombreux secteurs</a:t>
          </a:r>
        </a:p>
      </dgm:t>
    </dgm:pt>
    <dgm:pt modelId="{8EFDF7C7-310E-4ED5-B739-2186FB69ED8A}" type="parTrans" cxnId="{4E26289A-3825-4A9C-991F-8AB8A7EFD597}">
      <dgm:prSet/>
      <dgm:spPr/>
      <dgm:t>
        <a:bodyPr rtlCol="0"/>
        <a:lstStyle/>
        <a:p>
          <a:pPr rtl="0"/>
          <a:endParaRPr lang="fr-FR" noProof="0" dirty="0"/>
        </a:p>
      </dgm:t>
    </dgm:pt>
    <dgm:pt modelId="{755F5D09-ECCD-4FC5-B350-FED951F57983}" type="sibTrans" cxnId="{4E26289A-3825-4A9C-991F-8AB8A7EFD597}">
      <dgm:prSet/>
      <dgm:spPr/>
      <dgm:t>
        <a:bodyPr rtlCol="0"/>
        <a:lstStyle/>
        <a:p>
          <a:pPr rtl="0"/>
          <a:endParaRPr lang="fr-FR" noProof="0" dirty="0"/>
        </a:p>
      </dgm:t>
    </dgm:pt>
    <dgm:pt modelId="{AEFF5EA2-6931-4098-96C8-31AE53CB425B}">
      <dgm:prSet phldrT="[Text]" custT="1"/>
      <dgm:spPr/>
      <dgm:t>
        <a:bodyPr rtlCol="0"/>
        <a:lstStyle/>
        <a:p>
          <a:pPr rtl="0"/>
          <a:r>
            <a:rPr lang="fr-FR" sz="1500" b="1" noProof="0" dirty="0"/>
            <a:t>Un développement nécessitant tout de même une réflexion constante sur l’éthique et son impact sociétale</a:t>
          </a:r>
        </a:p>
      </dgm:t>
    </dgm:pt>
    <dgm:pt modelId="{AC52CE11-07EF-42A7-A67A-2231908FD231}" type="parTrans" cxnId="{2D96128D-55F5-4B46-B071-9EA8CDCA9DCD}">
      <dgm:prSet/>
      <dgm:spPr/>
      <dgm:t>
        <a:bodyPr rtlCol="0"/>
        <a:lstStyle/>
        <a:p>
          <a:pPr rtl="0"/>
          <a:endParaRPr lang="fr-FR" noProof="0" dirty="0"/>
        </a:p>
      </dgm:t>
    </dgm:pt>
    <dgm:pt modelId="{FB25E557-3597-4AEA-B1FC-EA99A632BFB1}" type="sibTrans" cxnId="{2D96128D-55F5-4B46-B071-9EA8CDCA9DCD}">
      <dgm:prSet/>
      <dgm:spPr/>
      <dgm:t>
        <a:bodyPr rtlCol="0"/>
        <a:lstStyle/>
        <a:p>
          <a:pPr rtl="0"/>
          <a:endParaRPr lang="fr-FR" noProof="0" dirty="0"/>
        </a:p>
      </dgm:t>
    </dgm:pt>
    <dgm:pt modelId="{EC323DFF-E2DA-4381-8948-5F3D2CD82207}" type="pres">
      <dgm:prSet presAssocID="{BE5B76ED-C686-4E97-9A28-74231B4FDDD1}" presName="Name0" presStyleCnt="0">
        <dgm:presLayoutVars>
          <dgm:chMax val="1"/>
          <dgm:chPref val="1"/>
        </dgm:presLayoutVars>
      </dgm:prSet>
      <dgm:spPr/>
    </dgm:pt>
    <dgm:pt modelId="{A6EEB127-C2F5-4C0D-B108-CC2B3F78F4F1}" type="pres">
      <dgm:prSet presAssocID="{B388C4F7-DD86-40E4-BA83-6838C8E845B2}" presName="Parent" presStyleLbl="node0" presStyleIdx="0" presStyleCnt="1" custLinFactNeighborX="7023" custLinFactNeighborY="629">
        <dgm:presLayoutVars>
          <dgm:chMax val="5"/>
          <dgm:chPref val="5"/>
        </dgm:presLayoutVars>
      </dgm:prSet>
      <dgm:spPr/>
    </dgm:pt>
    <dgm:pt modelId="{8A0FF0D8-0AF7-44A4-833E-7EA23A507B5A}" type="pres">
      <dgm:prSet presAssocID="{B388C4F7-DD86-40E4-BA83-6838C8E845B2}" presName="Accent1" presStyleLbl="node1" presStyleIdx="0" presStyleCnt="13"/>
      <dgm:spPr/>
    </dgm:pt>
    <dgm:pt modelId="{F988BAF3-9DE2-4A25-84FE-B7C476401BC3}" type="pres">
      <dgm:prSet presAssocID="{B388C4F7-DD86-40E4-BA83-6838C8E845B2}" presName="Accent2" presStyleLbl="node1" presStyleIdx="1" presStyleCnt="13"/>
      <dgm:spPr/>
    </dgm:pt>
    <dgm:pt modelId="{6288D093-07AF-4EEB-B57C-FB5DA4420E30}" type="pres">
      <dgm:prSet presAssocID="{B388C4F7-DD86-40E4-BA83-6838C8E845B2}" presName="Accent3" presStyleLbl="node1" presStyleIdx="2" presStyleCnt="13"/>
      <dgm:spPr/>
    </dgm:pt>
    <dgm:pt modelId="{099685E2-34CD-4723-A342-ED2D0CA22ECA}" type="pres">
      <dgm:prSet presAssocID="{B388C4F7-DD86-40E4-BA83-6838C8E845B2}" presName="Accent4" presStyleLbl="node1" presStyleIdx="3" presStyleCnt="13"/>
      <dgm:spPr/>
    </dgm:pt>
    <dgm:pt modelId="{282F7230-9226-4387-9620-3DC67223F95C}" type="pres">
      <dgm:prSet presAssocID="{B388C4F7-DD86-40E4-BA83-6838C8E845B2}" presName="Accent5" presStyleLbl="node1" presStyleIdx="4" presStyleCnt="13"/>
      <dgm:spPr/>
    </dgm:pt>
    <dgm:pt modelId="{2682D7C4-37F7-4CA1-B102-AED7627E9C93}" type="pres">
      <dgm:prSet presAssocID="{B388C4F7-DD86-40E4-BA83-6838C8E845B2}" presName="Accent6" presStyleLbl="node1" presStyleIdx="5" presStyleCnt="13"/>
      <dgm:spPr/>
    </dgm:pt>
    <dgm:pt modelId="{CCDD2561-1FC5-4EA6-AD90-3ADAF62A41D1}" type="pres">
      <dgm:prSet presAssocID="{27C8F191-CB8B-4A89-9EDF-D94B6E4ADC92}" presName="Child1" presStyleLbl="node1" presStyleIdx="6" presStyleCnt="13" custScaleX="141804" custScaleY="147265" custLinFactNeighborX="-13611" custLinFactNeighborY="-20914">
        <dgm:presLayoutVars>
          <dgm:chMax val="0"/>
          <dgm:chPref val="0"/>
        </dgm:presLayoutVars>
      </dgm:prSet>
      <dgm:spPr/>
    </dgm:pt>
    <dgm:pt modelId="{DD36342D-1CB9-480B-9443-592ECACCB1B2}" type="pres">
      <dgm:prSet presAssocID="{27C8F191-CB8B-4A89-9EDF-D94B6E4ADC92}" presName="Accent7" presStyleCnt="0"/>
      <dgm:spPr/>
    </dgm:pt>
    <dgm:pt modelId="{2470B0FE-F3CE-48F3-AE82-73016C487D68}" type="pres">
      <dgm:prSet presAssocID="{27C8F191-CB8B-4A89-9EDF-D94B6E4ADC92}" presName="AccentHold1" presStyleLbl="node1" presStyleIdx="7" presStyleCnt="13"/>
      <dgm:spPr/>
    </dgm:pt>
    <dgm:pt modelId="{1C5C821B-7AF3-4B1C-B3FE-45A337B82741}" type="pres">
      <dgm:prSet presAssocID="{27C8F191-CB8B-4A89-9EDF-D94B6E4ADC92}" presName="Accent8" presStyleCnt="0"/>
      <dgm:spPr/>
    </dgm:pt>
    <dgm:pt modelId="{48BC9D73-B86D-4378-970E-5CD650E31618}" type="pres">
      <dgm:prSet presAssocID="{27C8F191-CB8B-4A89-9EDF-D94B6E4ADC92}" presName="AccentHold2" presStyleLbl="node1" presStyleIdx="8" presStyleCnt="13"/>
      <dgm:spPr/>
    </dgm:pt>
    <dgm:pt modelId="{EB301C3D-F1F9-4A72-AC54-827EBC1AD812}" type="pres">
      <dgm:prSet presAssocID="{AEFF5EA2-6931-4098-96C8-31AE53CB425B}" presName="Child2" presStyleLbl="node1" presStyleIdx="9" presStyleCnt="13" custScaleX="155423" custScaleY="155423" custLinFactNeighborX="22013" custLinFactNeighborY="-5070">
        <dgm:presLayoutVars>
          <dgm:chMax val="0"/>
          <dgm:chPref val="0"/>
        </dgm:presLayoutVars>
      </dgm:prSet>
      <dgm:spPr/>
    </dgm:pt>
    <dgm:pt modelId="{6B30F03A-93BA-441A-ABF4-25C2455DF7C0}" type="pres">
      <dgm:prSet presAssocID="{AEFF5EA2-6931-4098-96C8-31AE53CB425B}" presName="Accent9" presStyleCnt="0"/>
      <dgm:spPr/>
    </dgm:pt>
    <dgm:pt modelId="{0DF8FB3E-B0B0-40D8-B039-0C7B496BBA97}" type="pres">
      <dgm:prSet presAssocID="{AEFF5EA2-6931-4098-96C8-31AE53CB425B}" presName="AccentHold1" presStyleLbl="node1" presStyleIdx="10" presStyleCnt="13"/>
      <dgm:spPr/>
    </dgm:pt>
    <dgm:pt modelId="{37FA1CD0-A7DC-4E74-BDC2-224405012EB0}" type="pres">
      <dgm:prSet presAssocID="{AEFF5EA2-6931-4098-96C8-31AE53CB425B}" presName="Accent10" presStyleCnt="0"/>
      <dgm:spPr/>
    </dgm:pt>
    <dgm:pt modelId="{022614F8-042B-41CB-A6A7-8094C903EB2F}" type="pres">
      <dgm:prSet presAssocID="{AEFF5EA2-6931-4098-96C8-31AE53CB425B}" presName="AccentHold2" presStyleLbl="node1" presStyleIdx="11" presStyleCnt="13"/>
      <dgm:spPr/>
    </dgm:pt>
    <dgm:pt modelId="{BA4661A9-DFAB-468E-97BE-F29D08FF69A9}" type="pres">
      <dgm:prSet presAssocID="{AEFF5EA2-6931-4098-96C8-31AE53CB425B}" presName="Accent11" presStyleCnt="0"/>
      <dgm:spPr/>
    </dgm:pt>
    <dgm:pt modelId="{C85BB588-B4E8-4D50-9280-4D4F2686007C}" type="pres">
      <dgm:prSet presAssocID="{AEFF5EA2-6931-4098-96C8-31AE53CB425B}" presName="AccentHold3" presStyleLbl="node1" presStyleIdx="12" presStyleCnt="13"/>
      <dgm:spPr/>
    </dgm:pt>
  </dgm:ptLst>
  <dgm:cxnLst>
    <dgm:cxn modelId="{9443D217-9168-4ECF-A563-7C2F4C998EAA}" type="presOf" srcId="{27C8F191-CB8B-4A89-9EDF-D94B6E4ADC92}" destId="{CCDD2561-1FC5-4EA6-AD90-3ADAF62A41D1}" srcOrd="0" destOrd="0" presId="urn:microsoft.com/office/officeart/2009/3/layout/CircleRelationship"/>
    <dgm:cxn modelId="{FDEC3F6B-F860-4E8B-8B14-455DBFCFBFB4}" srcId="{BE5B76ED-C686-4E97-9A28-74231B4FDDD1}" destId="{B388C4F7-DD86-40E4-BA83-6838C8E845B2}" srcOrd="0" destOrd="0" parTransId="{4F4EFEB2-AE6B-4B4E-A388-E726479684C1}" sibTransId="{BEE196C3-EEB3-4935-976F-A713EF603EEA}"/>
    <dgm:cxn modelId="{2D96128D-55F5-4B46-B071-9EA8CDCA9DCD}" srcId="{B388C4F7-DD86-40E4-BA83-6838C8E845B2}" destId="{AEFF5EA2-6931-4098-96C8-31AE53CB425B}" srcOrd="1" destOrd="0" parTransId="{AC52CE11-07EF-42A7-A67A-2231908FD231}" sibTransId="{FB25E557-3597-4AEA-B1FC-EA99A632BFB1}"/>
    <dgm:cxn modelId="{4E26289A-3825-4A9C-991F-8AB8A7EFD597}" srcId="{B388C4F7-DD86-40E4-BA83-6838C8E845B2}" destId="{27C8F191-CB8B-4A89-9EDF-D94B6E4ADC92}" srcOrd="0" destOrd="0" parTransId="{8EFDF7C7-310E-4ED5-B739-2186FB69ED8A}" sibTransId="{755F5D09-ECCD-4FC5-B350-FED951F57983}"/>
    <dgm:cxn modelId="{61F4EB9B-7EBC-4FC4-B727-C4A1C0EF0E59}" type="presOf" srcId="{AEFF5EA2-6931-4098-96C8-31AE53CB425B}" destId="{EB301C3D-F1F9-4A72-AC54-827EBC1AD812}" srcOrd="0" destOrd="0" presId="urn:microsoft.com/office/officeart/2009/3/layout/CircleRelationship"/>
    <dgm:cxn modelId="{873563D0-860F-487F-97A2-E4B8D49A3DAA}" type="presOf" srcId="{B388C4F7-DD86-40E4-BA83-6838C8E845B2}" destId="{A6EEB127-C2F5-4C0D-B108-CC2B3F78F4F1}" srcOrd="0" destOrd="0" presId="urn:microsoft.com/office/officeart/2009/3/layout/CircleRelationship"/>
    <dgm:cxn modelId="{A3AC16E3-96A0-4DCE-A502-BF3413F7EEBB}" type="presOf" srcId="{BE5B76ED-C686-4E97-9A28-74231B4FDDD1}" destId="{EC323DFF-E2DA-4381-8948-5F3D2CD82207}" srcOrd="0" destOrd="0" presId="urn:microsoft.com/office/officeart/2009/3/layout/CircleRelationship"/>
    <dgm:cxn modelId="{7D45573C-4EBD-433F-BFA4-B1A529D7A12E}" type="presParOf" srcId="{EC323DFF-E2DA-4381-8948-5F3D2CD82207}" destId="{A6EEB127-C2F5-4C0D-B108-CC2B3F78F4F1}" srcOrd="0" destOrd="0" presId="urn:microsoft.com/office/officeart/2009/3/layout/CircleRelationship"/>
    <dgm:cxn modelId="{F969CC6B-49AF-4CFA-905C-5A439FA65BB3}" type="presParOf" srcId="{EC323DFF-E2DA-4381-8948-5F3D2CD82207}" destId="{8A0FF0D8-0AF7-44A4-833E-7EA23A507B5A}" srcOrd="1" destOrd="0" presId="urn:microsoft.com/office/officeart/2009/3/layout/CircleRelationship"/>
    <dgm:cxn modelId="{0B13118F-EC84-4BBC-B9D4-F016C42736A0}" type="presParOf" srcId="{EC323DFF-E2DA-4381-8948-5F3D2CD82207}" destId="{F988BAF3-9DE2-4A25-84FE-B7C476401BC3}" srcOrd="2" destOrd="0" presId="urn:microsoft.com/office/officeart/2009/3/layout/CircleRelationship"/>
    <dgm:cxn modelId="{5A4C313A-14FE-4D34-9BAF-E781C66DAB07}" type="presParOf" srcId="{EC323DFF-E2DA-4381-8948-5F3D2CD82207}" destId="{6288D093-07AF-4EEB-B57C-FB5DA4420E30}" srcOrd="3" destOrd="0" presId="urn:microsoft.com/office/officeart/2009/3/layout/CircleRelationship"/>
    <dgm:cxn modelId="{D6ACDC7E-1588-4451-A7EF-95F6F8F98E10}" type="presParOf" srcId="{EC323DFF-E2DA-4381-8948-5F3D2CD82207}" destId="{099685E2-34CD-4723-A342-ED2D0CA22ECA}" srcOrd="4" destOrd="0" presId="urn:microsoft.com/office/officeart/2009/3/layout/CircleRelationship"/>
    <dgm:cxn modelId="{BF445524-7631-46A4-A9F8-F7CB08035DDB}" type="presParOf" srcId="{EC323DFF-E2DA-4381-8948-5F3D2CD82207}" destId="{282F7230-9226-4387-9620-3DC67223F95C}" srcOrd="5" destOrd="0" presId="urn:microsoft.com/office/officeart/2009/3/layout/CircleRelationship"/>
    <dgm:cxn modelId="{218BBC07-C0B0-48B2-980B-148E51AEE23B}" type="presParOf" srcId="{EC323DFF-E2DA-4381-8948-5F3D2CD82207}" destId="{2682D7C4-37F7-4CA1-B102-AED7627E9C93}" srcOrd="6" destOrd="0" presId="urn:microsoft.com/office/officeart/2009/3/layout/CircleRelationship"/>
    <dgm:cxn modelId="{AA1E1669-BD7D-411E-94D4-913E8566F654}" type="presParOf" srcId="{EC323DFF-E2DA-4381-8948-5F3D2CD82207}" destId="{CCDD2561-1FC5-4EA6-AD90-3ADAF62A41D1}" srcOrd="7" destOrd="0" presId="urn:microsoft.com/office/officeart/2009/3/layout/CircleRelationship"/>
    <dgm:cxn modelId="{D0F07794-37F8-4175-8296-9725EA64B2E3}" type="presParOf" srcId="{EC323DFF-E2DA-4381-8948-5F3D2CD82207}" destId="{DD36342D-1CB9-480B-9443-592ECACCB1B2}" srcOrd="8" destOrd="0" presId="urn:microsoft.com/office/officeart/2009/3/layout/CircleRelationship"/>
    <dgm:cxn modelId="{8AE7B659-C31F-4F52-9686-C1ABB63B1EA9}" type="presParOf" srcId="{DD36342D-1CB9-480B-9443-592ECACCB1B2}" destId="{2470B0FE-F3CE-48F3-AE82-73016C487D68}" srcOrd="0" destOrd="0" presId="urn:microsoft.com/office/officeart/2009/3/layout/CircleRelationship"/>
    <dgm:cxn modelId="{5834BBB2-34B9-46B9-948C-3BC456B978F5}" type="presParOf" srcId="{EC323DFF-E2DA-4381-8948-5F3D2CD82207}" destId="{1C5C821B-7AF3-4B1C-B3FE-45A337B82741}" srcOrd="9" destOrd="0" presId="urn:microsoft.com/office/officeart/2009/3/layout/CircleRelationship"/>
    <dgm:cxn modelId="{639DABF8-5BDE-484F-A747-33E9F42E376F}" type="presParOf" srcId="{1C5C821B-7AF3-4B1C-B3FE-45A337B82741}" destId="{48BC9D73-B86D-4378-970E-5CD650E31618}" srcOrd="0" destOrd="0" presId="urn:microsoft.com/office/officeart/2009/3/layout/CircleRelationship"/>
    <dgm:cxn modelId="{318F3B25-56D7-4CD3-80CD-4ECF6ABE9097}" type="presParOf" srcId="{EC323DFF-E2DA-4381-8948-5F3D2CD82207}" destId="{EB301C3D-F1F9-4A72-AC54-827EBC1AD812}" srcOrd="10" destOrd="0" presId="urn:microsoft.com/office/officeart/2009/3/layout/CircleRelationship"/>
    <dgm:cxn modelId="{5F192FAF-AA29-4119-9D75-AAF74B2D984A}" type="presParOf" srcId="{EC323DFF-E2DA-4381-8948-5F3D2CD82207}" destId="{6B30F03A-93BA-441A-ABF4-25C2455DF7C0}" srcOrd="11" destOrd="0" presId="urn:microsoft.com/office/officeart/2009/3/layout/CircleRelationship"/>
    <dgm:cxn modelId="{FF4ED7F3-8BF5-4BCE-8EC2-0B8ACBB19BC4}" type="presParOf" srcId="{6B30F03A-93BA-441A-ABF4-25C2455DF7C0}" destId="{0DF8FB3E-B0B0-40D8-B039-0C7B496BBA97}" srcOrd="0" destOrd="0" presId="urn:microsoft.com/office/officeart/2009/3/layout/CircleRelationship"/>
    <dgm:cxn modelId="{89500581-5988-46A4-9DF9-3A7B84A68823}" type="presParOf" srcId="{EC323DFF-E2DA-4381-8948-5F3D2CD82207}" destId="{37FA1CD0-A7DC-4E74-BDC2-224405012EB0}" srcOrd="12" destOrd="0" presId="urn:microsoft.com/office/officeart/2009/3/layout/CircleRelationship"/>
    <dgm:cxn modelId="{7957AFA6-FEBB-441D-B867-7098C7F0D056}" type="presParOf" srcId="{37FA1CD0-A7DC-4E74-BDC2-224405012EB0}" destId="{022614F8-042B-41CB-A6A7-8094C903EB2F}" srcOrd="0" destOrd="0" presId="urn:microsoft.com/office/officeart/2009/3/layout/CircleRelationship"/>
    <dgm:cxn modelId="{93B1B3BC-398A-43F6-862B-AA461BA776D1}" type="presParOf" srcId="{EC323DFF-E2DA-4381-8948-5F3D2CD82207}" destId="{BA4661A9-DFAB-468E-97BE-F29D08FF69A9}" srcOrd="13" destOrd="0" presId="urn:microsoft.com/office/officeart/2009/3/layout/CircleRelationship"/>
    <dgm:cxn modelId="{063A3997-1101-4FAD-B1B6-AA0965152552}" type="presParOf" srcId="{BA4661A9-DFAB-468E-97BE-F29D08FF69A9}" destId="{C85BB588-B4E8-4D50-9280-4D4F2686007C}" srcOrd="0" destOrd="0" presId="urn:microsoft.com/office/officeart/2009/3/layout/CircleRelationship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FF058-437D-4397-B4BA-0722A521B4D9}">
      <dsp:nvSpPr>
        <dsp:cNvPr id="0" name=""/>
        <dsp:cNvSpPr/>
      </dsp:nvSpPr>
      <dsp:spPr>
        <a:xfrm>
          <a:off x="0" y="2751"/>
          <a:ext cx="701237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824A00-57CB-4BEB-9096-17C762B8010F}">
      <dsp:nvSpPr>
        <dsp:cNvPr id="0" name=""/>
        <dsp:cNvSpPr/>
      </dsp:nvSpPr>
      <dsp:spPr>
        <a:xfrm>
          <a:off x="0" y="2751"/>
          <a:ext cx="7012370" cy="511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PRESENTATION/DEFINITION</a:t>
          </a:r>
        </a:p>
      </dsp:txBody>
      <dsp:txXfrm>
        <a:off x="0" y="2751"/>
        <a:ext cx="7012370" cy="511697"/>
      </dsp:txXfrm>
    </dsp:sp>
    <dsp:sp modelId="{4CE7CE57-3BEA-4F1C-8454-F0D71419C533}">
      <dsp:nvSpPr>
        <dsp:cNvPr id="0" name=""/>
        <dsp:cNvSpPr/>
      </dsp:nvSpPr>
      <dsp:spPr>
        <a:xfrm>
          <a:off x="0" y="514448"/>
          <a:ext cx="701237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662C97-32C6-4CB5-A6BD-999FAA26CC91}">
      <dsp:nvSpPr>
        <dsp:cNvPr id="0" name=""/>
        <dsp:cNvSpPr/>
      </dsp:nvSpPr>
      <dsp:spPr>
        <a:xfrm>
          <a:off x="0" y="514448"/>
          <a:ext cx="7012370" cy="511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HISTORIQUE</a:t>
          </a:r>
        </a:p>
      </dsp:txBody>
      <dsp:txXfrm>
        <a:off x="0" y="514448"/>
        <a:ext cx="7012370" cy="511697"/>
      </dsp:txXfrm>
    </dsp:sp>
    <dsp:sp modelId="{43B69409-5ED3-4DC0-A22C-169139162988}">
      <dsp:nvSpPr>
        <dsp:cNvPr id="0" name=""/>
        <dsp:cNvSpPr/>
      </dsp:nvSpPr>
      <dsp:spPr>
        <a:xfrm>
          <a:off x="0" y="1026146"/>
          <a:ext cx="701237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B784DFF-E0E3-403E-A03D-D95C6A6A5B66}">
      <dsp:nvSpPr>
        <dsp:cNvPr id="0" name=""/>
        <dsp:cNvSpPr/>
      </dsp:nvSpPr>
      <dsp:spPr>
        <a:xfrm>
          <a:off x="0" y="1026146"/>
          <a:ext cx="7012370" cy="511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CARACTERISTIQUES</a:t>
          </a:r>
        </a:p>
      </dsp:txBody>
      <dsp:txXfrm>
        <a:off x="0" y="1026146"/>
        <a:ext cx="7012370" cy="511697"/>
      </dsp:txXfrm>
    </dsp:sp>
    <dsp:sp modelId="{BABFBC38-DEEE-4714-A072-8A6200D1AD42}">
      <dsp:nvSpPr>
        <dsp:cNvPr id="0" name=""/>
        <dsp:cNvSpPr/>
      </dsp:nvSpPr>
      <dsp:spPr>
        <a:xfrm>
          <a:off x="0" y="1537844"/>
          <a:ext cx="701237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77E4035-CCCA-4456-BBA2-ADE7934D0D10}">
      <dsp:nvSpPr>
        <dsp:cNvPr id="0" name=""/>
        <dsp:cNvSpPr/>
      </dsp:nvSpPr>
      <dsp:spPr>
        <a:xfrm>
          <a:off x="0" y="1537844"/>
          <a:ext cx="7012370" cy="511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AVANTAGES ET INCONVENIENTS</a:t>
          </a:r>
        </a:p>
      </dsp:txBody>
      <dsp:txXfrm>
        <a:off x="0" y="1537844"/>
        <a:ext cx="7012370" cy="511697"/>
      </dsp:txXfrm>
    </dsp:sp>
    <dsp:sp modelId="{841E6C2C-EAFE-4AEE-85C7-80470AD52603}">
      <dsp:nvSpPr>
        <dsp:cNvPr id="0" name=""/>
        <dsp:cNvSpPr/>
      </dsp:nvSpPr>
      <dsp:spPr>
        <a:xfrm>
          <a:off x="0" y="2049541"/>
          <a:ext cx="701237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F73D16F-568F-4E94-9F3D-5E6131BB6537}">
      <dsp:nvSpPr>
        <dsp:cNvPr id="0" name=""/>
        <dsp:cNvSpPr/>
      </dsp:nvSpPr>
      <dsp:spPr>
        <a:xfrm>
          <a:off x="0" y="2049541"/>
          <a:ext cx="7012370" cy="511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LES ENJEUX</a:t>
          </a:r>
        </a:p>
      </dsp:txBody>
      <dsp:txXfrm>
        <a:off x="0" y="2049541"/>
        <a:ext cx="7012370" cy="511697"/>
      </dsp:txXfrm>
    </dsp:sp>
    <dsp:sp modelId="{8B6FE5CF-0F56-42EE-AD9F-98062AC1A811}">
      <dsp:nvSpPr>
        <dsp:cNvPr id="0" name=""/>
        <dsp:cNvSpPr/>
      </dsp:nvSpPr>
      <dsp:spPr>
        <a:xfrm>
          <a:off x="0" y="2561239"/>
          <a:ext cx="701237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EB28BB-951A-4667-84F5-446BD612BA0A}">
      <dsp:nvSpPr>
        <dsp:cNvPr id="0" name=""/>
        <dsp:cNvSpPr/>
      </dsp:nvSpPr>
      <dsp:spPr>
        <a:xfrm>
          <a:off x="0" y="2561239"/>
          <a:ext cx="7012370" cy="511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DIMENSIONS JURIDIQUE ET ECONOMIQUE</a:t>
          </a:r>
        </a:p>
      </dsp:txBody>
      <dsp:txXfrm>
        <a:off x="0" y="2561239"/>
        <a:ext cx="7012370" cy="511697"/>
      </dsp:txXfrm>
    </dsp:sp>
    <dsp:sp modelId="{74C959C3-AAD5-4FFF-B086-F5D90894B244}">
      <dsp:nvSpPr>
        <dsp:cNvPr id="0" name=""/>
        <dsp:cNvSpPr/>
      </dsp:nvSpPr>
      <dsp:spPr>
        <a:xfrm>
          <a:off x="0" y="3072937"/>
          <a:ext cx="701237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6813A5-FBC4-4418-9DF9-DE36253BA23E}">
      <dsp:nvSpPr>
        <dsp:cNvPr id="0" name=""/>
        <dsp:cNvSpPr/>
      </dsp:nvSpPr>
      <dsp:spPr>
        <a:xfrm>
          <a:off x="0" y="3072937"/>
          <a:ext cx="7012370" cy="511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DERNIERES NOUVEAUTES</a:t>
          </a:r>
        </a:p>
      </dsp:txBody>
      <dsp:txXfrm>
        <a:off x="0" y="3072937"/>
        <a:ext cx="7012370" cy="511697"/>
      </dsp:txXfrm>
    </dsp:sp>
    <dsp:sp modelId="{B3BA4DF6-E74A-4BEE-BA32-1B44673328F5}">
      <dsp:nvSpPr>
        <dsp:cNvPr id="0" name=""/>
        <dsp:cNvSpPr/>
      </dsp:nvSpPr>
      <dsp:spPr>
        <a:xfrm>
          <a:off x="0" y="3584635"/>
          <a:ext cx="701237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570C7E-2483-45F8-8767-4FF0120BF009}">
      <dsp:nvSpPr>
        <dsp:cNvPr id="0" name=""/>
        <dsp:cNvSpPr/>
      </dsp:nvSpPr>
      <dsp:spPr>
        <a:xfrm>
          <a:off x="0" y="3584635"/>
          <a:ext cx="7012370" cy="511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SYNTHESE</a:t>
          </a:r>
          <a:endParaRPr lang="en-US" sz="2300" kern="1200" dirty="0"/>
        </a:p>
      </dsp:txBody>
      <dsp:txXfrm>
        <a:off x="0" y="3584635"/>
        <a:ext cx="7012370" cy="511697"/>
      </dsp:txXfrm>
    </dsp:sp>
    <dsp:sp modelId="{86157563-4F17-4913-A7D9-C83718A798A2}">
      <dsp:nvSpPr>
        <dsp:cNvPr id="0" name=""/>
        <dsp:cNvSpPr/>
      </dsp:nvSpPr>
      <dsp:spPr>
        <a:xfrm>
          <a:off x="0" y="4041217"/>
          <a:ext cx="701237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8683DCB-3C3F-44BA-803E-664D269BA222}">
      <dsp:nvSpPr>
        <dsp:cNvPr id="0" name=""/>
        <dsp:cNvSpPr/>
      </dsp:nvSpPr>
      <dsp:spPr>
        <a:xfrm>
          <a:off x="0" y="4096332"/>
          <a:ext cx="7012370" cy="511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RETOUR SUR EXPERIENCE</a:t>
          </a:r>
        </a:p>
      </dsp:txBody>
      <dsp:txXfrm>
        <a:off x="0" y="4096332"/>
        <a:ext cx="7012370" cy="511697"/>
      </dsp:txXfrm>
    </dsp:sp>
    <dsp:sp modelId="{0355536A-2E65-4756-9C48-BDEDF9DF676E}">
      <dsp:nvSpPr>
        <dsp:cNvPr id="0" name=""/>
        <dsp:cNvSpPr/>
      </dsp:nvSpPr>
      <dsp:spPr>
        <a:xfrm>
          <a:off x="0" y="4608030"/>
          <a:ext cx="701237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9D8167-4B6A-4296-9345-67F555C14059}">
      <dsp:nvSpPr>
        <dsp:cNvPr id="0" name=""/>
        <dsp:cNvSpPr/>
      </dsp:nvSpPr>
      <dsp:spPr>
        <a:xfrm>
          <a:off x="0" y="4608030"/>
          <a:ext cx="7012370" cy="511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OUTILS DE VEILLE EXPLOITES </a:t>
          </a:r>
        </a:p>
      </dsp:txBody>
      <dsp:txXfrm>
        <a:off x="0" y="4608030"/>
        <a:ext cx="7012370" cy="511697"/>
      </dsp:txXfrm>
    </dsp:sp>
    <dsp:sp modelId="{39B6901B-4B48-4AB1-A6F3-5E41D7D03A0A}">
      <dsp:nvSpPr>
        <dsp:cNvPr id="0" name=""/>
        <dsp:cNvSpPr/>
      </dsp:nvSpPr>
      <dsp:spPr>
        <a:xfrm>
          <a:off x="0" y="5119728"/>
          <a:ext cx="701237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F8C4B6-2658-49E2-BB5A-F839EEE45B49}">
      <dsp:nvSpPr>
        <dsp:cNvPr id="0" name=""/>
        <dsp:cNvSpPr/>
      </dsp:nvSpPr>
      <dsp:spPr>
        <a:xfrm>
          <a:off x="0" y="5119728"/>
          <a:ext cx="7012370" cy="511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SOURCES EXPLOITEES</a:t>
          </a:r>
        </a:p>
      </dsp:txBody>
      <dsp:txXfrm>
        <a:off x="0" y="5119728"/>
        <a:ext cx="7012370" cy="5116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EB127-C2F5-4C0D-B108-CC2B3F78F4F1}">
      <dsp:nvSpPr>
        <dsp:cNvPr id="0" name=""/>
        <dsp:cNvSpPr/>
      </dsp:nvSpPr>
      <dsp:spPr>
        <a:xfrm>
          <a:off x="2287491" y="325954"/>
          <a:ext cx="3591571" cy="359149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noProof="0" dirty="0"/>
            <a:t>L’IA reste un ensemble de techniques évolutives qui redéfinissent les capacités des machines. Ses impacts à court et long terme méritent une attention particulière.</a:t>
          </a:r>
        </a:p>
      </dsp:txBody>
      <dsp:txXfrm>
        <a:off x="2813464" y="851916"/>
        <a:ext cx="2539625" cy="2539570"/>
      </dsp:txXfrm>
    </dsp:sp>
    <dsp:sp modelId="{8A0FF0D8-0AF7-44A4-833E-7EA23A507B5A}">
      <dsp:nvSpPr>
        <dsp:cNvPr id="0" name=""/>
        <dsp:cNvSpPr/>
      </dsp:nvSpPr>
      <dsp:spPr>
        <a:xfrm>
          <a:off x="4084528" y="139733"/>
          <a:ext cx="399434" cy="39942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88BAF3-9DE2-4A25-84FE-B7C476401BC3}">
      <dsp:nvSpPr>
        <dsp:cNvPr id="0" name=""/>
        <dsp:cNvSpPr/>
      </dsp:nvSpPr>
      <dsp:spPr>
        <a:xfrm>
          <a:off x="3138709" y="3628014"/>
          <a:ext cx="289222" cy="28950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88D093-07AF-4EEB-B57C-FB5DA4420E30}">
      <dsp:nvSpPr>
        <dsp:cNvPr id="0" name=""/>
        <dsp:cNvSpPr/>
      </dsp:nvSpPr>
      <dsp:spPr>
        <a:xfrm>
          <a:off x="5857937" y="1760940"/>
          <a:ext cx="289222" cy="28950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9685E2-34CD-4723-A342-ED2D0CA22ECA}">
      <dsp:nvSpPr>
        <dsp:cNvPr id="0" name=""/>
        <dsp:cNvSpPr/>
      </dsp:nvSpPr>
      <dsp:spPr>
        <a:xfrm>
          <a:off x="4473943" y="3935976"/>
          <a:ext cx="399434" cy="39942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2F7230-9226-4387-9620-3DC67223F95C}">
      <dsp:nvSpPr>
        <dsp:cNvPr id="0" name=""/>
        <dsp:cNvSpPr/>
      </dsp:nvSpPr>
      <dsp:spPr>
        <a:xfrm>
          <a:off x="3220867" y="707407"/>
          <a:ext cx="289222" cy="28950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82D7C4-37F7-4CA1-B102-AED7627E9C93}">
      <dsp:nvSpPr>
        <dsp:cNvPr id="0" name=""/>
        <dsp:cNvSpPr/>
      </dsp:nvSpPr>
      <dsp:spPr>
        <a:xfrm>
          <a:off x="2309114" y="2363438"/>
          <a:ext cx="289222" cy="28950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DD2561-1FC5-4EA6-AD90-3ADAF62A41D1}">
      <dsp:nvSpPr>
        <dsp:cNvPr id="0" name=""/>
        <dsp:cNvSpPr/>
      </dsp:nvSpPr>
      <dsp:spPr>
        <a:xfrm>
          <a:off x="409159" y="301361"/>
          <a:ext cx="2070537" cy="214958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 noProof="0" dirty="0"/>
            <a:t>L’IA reste un domaine en perpétuel évolution, impactant de nombreux secteurs</a:t>
          </a:r>
        </a:p>
      </dsp:txBody>
      <dsp:txXfrm>
        <a:off x="712382" y="616161"/>
        <a:ext cx="1464091" cy="1519988"/>
      </dsp:txXfrm>
    </dsp:sp>
    <dsp:sp modelId="{2470B0FE-F3CE-48F3-AE82-73016C487D68}">
      <dsp:nvSpPr>
        <dsp:cNvPr id="0" name=""/>
        <dsp:cNvSpPr/>
      </dsp:nvSpPr>
      <dsp:spPr>
        <a:xfrm>
          <a:off x="3680417" y="719994"/>
          <a:ext cx="399434" cy="39942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BC9D73-B86D-4378-970E-5CD650E31618}">
      <dsp:nvSpPr>
        <dsp:cNvPr id="0" name=""/>
        <dsp:cNvSpPr/>
      </dsp:nvSpPr>
      <dsp:spPr>
        <a:xfrm>
          <a:off x="1050027" y="2839227"/>
          <a:ext cx="722054" cy="72207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301C3D-F1F9-4A72-AC54-827EBC1AD812}">
      <dsp:nvSpPr>
        <dsp:cNvPr id="0" name=""/>
        <dsp:cNvSpPr/>
      </dsp:nvSpPr>
      <dsp:spPr>
        <a:xfrm>
          <a:off x="5911661" y="-139733"/>
          <a:ext cx="2269394" cy="226866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 noProof="0" dirty="0"/>
            <a:t>Un développement nécessitant tout de même une réflexion constante sur l’éthique et son impact sociétale</a:t>
          </a:r>
        </a:p>
      </dsp:txBody>
      <dsp:txXfrm>
        <a:off x="6244006" y="192506"/>
        <a:ext cx="1604704" cy="1604191"/>
      </dsp:txXfrm>
    </dsp:sp>
    <dsp:sp modelId="{0DF8FB3E-B0B0-40D8-B039-0C7B496BBA97}">
      <dsp:nvSpPr>
        <dsp:cNvPr id="0" name=""/>
        <dsp:cNvSpPr/>
      </dsp:nvSpPr>
      <dsp:spPr>
        <a:xfrm>
          <a:off x="5343615" y="1272564"/>
          <a:ext cx="399434" cy="39942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2614F8-042B-41CB-A6A7-8094C903EB2F}">
      <dsp:nvSpPr>
        <dsp:cNvPr id="0" name=""/>
        <dsp:cNvSpPr/>
      </dsp:nvSpPr>
      <dsp:spPr>
        <a:xfrm>
          <a:off x="775499" y="3698501"/>
          <a:ext cx="289222" cy="28950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5BB588-B4E8-4D50-9280-4D4F2686007C}">
      <dsp:nvSpPr>
        <dsp:cNvPr id="0" name=""/>
        <dsp:cNvSpPr/>
      </dsp:nvSpPr>
      <dsp:spPr>
        <a:xfrm>
          <a:off x="3659711" y="3286486"/>
          <a:ext cx="289222" cy="28950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C31EE1B-5C29-4994-975A-EBF55D13456B}" type="datetime1">
              <a:rPr lang="fr-FR" smtClean="0"/>
              <a:t>28/03/2025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EC605DA-80A8-4B7B-B889-6C5700BB4C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B0F0BF0-56E9-4295-90C5-27F98CE9AF14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3544625-0ADF-4414-89A2-9E135F0C849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6654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403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010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010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AD78B8C9-52F2-4FDA-BACE-2DAA2475E871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CB9F82-E67E-42E8-B92F-EA4C81A8FB05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665BEFD-7E63-4B7B-B0D0-FB86D172280C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2CB7E9-141F-42E2-9A66-2F663C47E376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3BBEB9-2F0E-4D28-96B6-755C1FAFF991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348738-1136-461C-9987-2AAB7C28135B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9D84D8-0C42-40E5-A5EB-0CAAE06D58F3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DF6B27-F045-412B-B315-90E50B9CAD82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4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07AA46-6F2C-4158-AF1F-E05D54FF2249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9F7517-5D13-448C-B088-F75CF897A12B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7C5224-0E9A-4132-B454-B17CBBBCA65B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Zone de texte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r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8C5A59-9E56-4326-967A-1232DFA1488B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professionn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A7F487-268B-4B11-9B7E-B158178233A5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Zone de texte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r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7579B3-4B62-4E8A-9875-C87173C2FABC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E07C93-56BB-4ACC-892E-2490B50AF2FD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>
              <a:buNone/>
              <a:defRPr/>
            </a:lvl1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tabLst/>
              <a:defRPr/>
            </a:pPr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A6F3FA-0EDA-4B01-A6F8-9EE8290F7F88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>
            <a:lvl1pPr>
              <a:buNone/>
              <a:defRPr/>
            </a:lvl1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tabLst/>
              <a:defRPr/>
            </a:pPr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71239A-7666-4438-AA29-EA7C29B1AEE9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829BA45B-2399-49E0-A6E1-836DF3F122F3}" type="datetime1">
              <a:rPr lang="fr-FR" noProof="0" smtClean="0"/>
              <a:t>28/03/2025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feedly.com/i/discover/sources" TargetMode="External"/><Relationship Id="rId3" Type="http://schemas.openxmlformats.org/officeDocument/2006/relationships/hyperlink" Target="https://openai.com/index/introducing-4o-image-generation/" TargetMode="External"/><Relationship Id="rId7" Type="http://schemas.openxmlformats.org/officeDocument/2006/relationships/hyperlink" Target="https://fr.wikipedia.org/wiki/Intelligence_artificielle" TargetMode="External"/><Relationship Id="rId2" Type="http://schemas.openxmlformats.org/officeDocument/2006/relationships/hyperlink" Target="https://www.lemonde.fr/sante/article/2024/09/06/quand-une-ia-imite-la-nature-pour-mieux-reparer-les-os_6305261_1651302.html?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netapp.com/fr/artificial-intelligence/what-is-artificial-intelligence/" TargetMode="External"/><Relationship Id="rId5" Type="http://schemas.openxmlformats.org/officeDocument/2006/relationships/hyperlink" Target="https://www.tableau.com/fr-fr/data-insights/ai/challenges" TargetMode="External"/><Relationship Id="rId4" Type="http://schemas.openxmlformats.org/officeDocument/2006/relationships/hyperlink" Target="https://www.vie-publique.fr/questions-reponses/292157-intelligence-artificielle-le-cadre-juridique-europeen-en-7-question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iel la nuit avec montagnes loin à l’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54817"/>
            <a:ext cx="7197726" cy="2421464"/>
          </a:xfrm>
        </p:spPr>
        <p:txBody>
          <a:bodyPr rtlCol="0">
            <a:normAutofit/>
          </a:bodyPr>
          <a:lstStyle/>
          <a:p>
            <a:pPr rtl="0"/>
            <a:r>
              <a:rPr lang="fr-FR" b="1" dirty="0"/>
              <a:t>Projet veille technologique : intelligence artificielle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76282"/>
            <a:ext cx="7197726" cy="1405467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Enes gul </a:t>
            </a:r>
          </a:p>
          <a:p>
            <a:pPr rtl="0"/>
            <a:endParaRPr lang="fr-FR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1B5AC63A-2559-6EF4-99BD-0B46B80E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083" y="954840"/>
            <a:ext cx="3054091" cy="4709131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SOMMAIRE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888F032A-EED4-4B0E-C20B-2782D76CC6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6625927"/>
              </p:ext>
            </p:extLst>
          </p:nvPr>
        </p:nvGraphicFramePr>
        <p:xfrm>
          <a:off x="4598438" y="517236"/>
          <a:ext cx="7012370" cy="5634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69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99F444-FCBD-B140-9C05-E443FA08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21729"/>
            <a:ext cx="6143423" cy="1456267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présentation/définition</a:t>
            </a:r>
          </a:p>
        </p:txBody>
      </p:sp>
      <p:pic>
        <p:nvPicPr>
          <p:cNvPr id="4" name="Image 3" descr="satellite dans un ciel nocturne">
            <a:extLst>
              <a:ext uri="{FF2B5EF4-FFF2-40B4-BE49-F238E27FC236}">
                <a16:creationId xmlns:a16="http://schemas.microsoft.com/office/drawing/2014/main" id="{D4F2268B-BB87-42FB-B84F-C145C01B49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11" r="16027" b="1"/>
          <a:stretch/>
        </p:blipFill>
        <p:spPr>
          <a:xfrm>
            <a:off x="8888133" y="4144246"/>
            <a:ext cx="3302966" cy="2717299"/>
          </a:xfrm>
          <a:custGeom>
            <a:avLst/>
            <a:gdLst>
              <a:gd name="connsiteX0" fmla="*/ 1663658 w 3039855"/>
              <a:gd name="connsiteY0" fmla="*/ 0 h 2500842"/>
              <a:gd name="connsiteX1" fmla="*/ 2947417 w 3039855"/>
              <a:gd name="connsiteY1" fmla="*/ 605417 h 2500842"/>
              <a:gd name="connsiteX2" fmla="*/ 3039855 w 3039855"/>
              <a:gd name="connsiteY2" fmla="*/ 729032 h 2500842"/>
              <a:gd name="connsiteX3" fmla="*/ 3039855 w 3039855"/>
              <a:gd name="connsiteY3" fmla="*/ 2500842 h 2500842"/>
              <a:gd name="connsiteX4" fmla="*/ 226952 w 3039855"/>
              <a:gd name="connsiteY4" fmla="*/ 2500842 h 2500842"/>
              <a:gd name="connsiteX5" fmla="*/ 155401 w 3039855"/>
              <a:gd name="connsiteY5" fmla="*/ 2366679 h 2500842"/>
              <a:gd name="connsiteX6" fmla="*/ 0 w 3039855"/>
              <a:gd name="connsiteY6" fmla="*/ 1663658 h 2500842"/>
              <a:gd name="connsiteX7" fmla="*/ 1663658 w 3039855"/>
              <a:gd name="connsiteY7" fmla="*/ 0 h 250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39855" h="2500842">
                <a:moveTo>
                  <a:pt x="1663658" y="0"/>
                </a:moveTo>
                <a:cubicBezTo>
                  <a:pt x="2180490" y="0"/>
                  <a:pt x="2642278" y="235674"/>
                  <a:pt x="2947417" y="605417"/>
                </a:cubicBezTo>
                <a:lnTo>
                  <a:pt x="3039855" y="729032"/>
                </a:lnTo>
                <a:lnTo>
                  <a:pt x="3039855" y="2500842"/>
                </a:lnTo>
                <a:lnTo>
                  <a:pt x="226952" y="2500842"/>
                </a:lnTo>
                <a:lnTo>
                  <a:pt x="155401" y="2366679"/>
                </a:lnTo>
                <a:cubicBezTo>
                  <a:pt x="55691" y="2153127"/>
                  <a:pt x="0" y="1914896"/>
                  <a:pt x="0" y="1663658"/>
                </a:cubicBezTo>
                <a:cubicBezTo>
                  <a:pt x="0" y="744845"/>
                  <a:pt x="744845" y="0"/>
                  <a:pt x="1663658" y="0"/>
                </a:cubicBezTo>
                <a:close/>
              </a:path>
            </a:pathLst>
          </a:custGeom>
        </p:spPr>
      </p:pic>
      <p:grpSp>
        <p:nvGrpSpPr>
          <p:cNvPr id="179" name="Groupe 178">
            <a:extLst>
              <a:ext uri="{FF2B5EF4-FFF2-40B4-BE49-F238E27FC236}">
                <a16:creationId xmlns:a16="http://schemas.microsoft.com/office/drawing/2014/main" id="{CFEF753B-CA1B-4178-80F5-095B7FEA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1267604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180" name="Forme libre 98">
              <a:extLst>
                <a:ext uri="{FF2B5EF4-FFF2-40B4-BE49-F238E27FC236}">
                  <a16:creationId xmlns:a16="http://schemas.microsoft.com/office/drawing/2014/main" id="{86C68ECC-F0A0-411E-A303-6DC0707A3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grpSp>
          <p:nvGrpSpPr>
            <p:cNvPr id="181" name="Groupe 180">
              <a:extLst>
                <a:ext uri="{FF2B5EF4-FFF2-40B4-BE49-F238E27FC236}">
                  <a16:creationId xmlns:a16="http://schemas.microsoft.com/office/drawing/2014/main" id="{6A21E140-4ECB-4C42-BDC7-F4351513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182" name="Connecteur droit 181">
                <a:extLst>
                  <a:ext uri="{FF2B5EF4-FFF2-40B4-BE49-F238E27FC236}">
                    <a16:creationId xmlns:a16="http://schemas.microsoft.com/office/drawing/2014/main" id="{2940CFC5-AC4C-4746-A3B9-3DD434FF6D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Connecteur droit 182">
                <a:extLst>
                  <a:ext uri="{FF2B5EF4-FFF2-40B4-BE49-F238E27FC236}">
                    <a16:creationId xmlns:a16="http://schemas.microsoft.com/office/drawing/2014/main" id="{6EC95677-9C92-4D0D-91D4-E07380F250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Connecteur droit 183">
                <a:extLst>
                  <a:ext uri="{FF2B5EF4-FFF2-40B4-BE49-F238E27FC236}">
                    <a16:creationId xmlns:a16="http://schemas.microsoft.com/office/drawing/2014/main" id="{097602B2-71E1-4395-9C47-DE48B712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Connecteur droit 184">
                <a:extLst>
                  <a:ext uri="{FF2B5EF4-FFF2-40B4-BE49-F238E27FC236}">
                    <a16:creationId xmlns:a16="http://schemas.microsoft.com/office/drawing/2014/main" id="{7FC50570-F1A9-4DB3-A64D-3A21A58882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Connecteur droit 185">
                <a:extLst>
                  <a:ext uri="{FF2B5EF4-FFF2-40B4-BE49-F238E27FC236}">
                    <a16:creationId xmlns:a16="http://schemas.microsoft.com/office/drawing/2014/main" id="{88E4F209-3FDA-4C17-A86D-59990132FF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Connecteur droit 186">
                <a:extLst>
                  <a:ext uri="{FF2B5EF4-FFF2-40B4-BE49-F238E27FC236}">
                    <a16:creationId xmlns:a16="http://schemas.microsoft.com/office/drawing/2014/main" id="{9950C402-F8DC-4C99-90A8-CD67BDEC6C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necteur droit 187">
                <a:extLst>
                  <a:ext uri="{FF2B5EF4-FFF2-40B4-BE49-F238E27FC236}">
                    <a16:creationId xmlns:a16="http://schemas.microsoft.com/office/drawing/2014/main" id="{76483FEF-FBDD-456C-AD52-B6D166FB1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necteur droit 188">
                <a:extLst>
                  <a:ext uri="{FF2B5EF4-FFF2-40B4-BE49-F238E27FC236}">
                    <a16:creationId xmlns:a16="http://schemas.microsoft.com/office/drawing/2014/main" id="{DA316CA5-D470-4E6D-A6E8-D35DB7725D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Connecteur droit 189">
                <a:extLst>
                  <a:ext uri="{FF2B5EF4-FFF2-40B4-BE49-F238E27FC236}">
                    <a16:creationId xmlns:a16="http://schemas.microsoft.com/office/drawing/2014/main" id="{8BFA4937-71AA-4400-8DCD-20E5DF0501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necteur droit 190">
                <a:extLst>
                  <a:ext uri="{FF2B5EF4-FFF2-40B4-BE49-F238E27FC236}">
                    <a16:creationId xmlns:a16="http://schemas.microsoft.com/office/drawing/2014/main" id="{768FA0D4-7119-47B3-8329-0978770774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Connecteur droit 191">
                <a:extLst>
                  <a:ext uri="{FF2B5EF4-FFF2-40B4-BE49-F238E27FC236}">
                    <a16:creationId xmlns:a16="http://schemas.microsoft.com/office/drawing/2014/main" id="{62C433AC-8114-47CC-9467-FCB5FE9807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Connecteur droit 192">
                <a:extLst>
                  <a:ext uri="{FF2B5EF4-FFF2-40B4-BE49-F238E27FC236}">
                    <a16:creationId xmlns:a16="http://schemas.microsoft.com/office/drawing/2014/main" id="{BF9CB489-BA36-4004-A019-75FBA23CCB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Connecteur droit 193">
                <a:extLst>
                  <a:ext uri="{FF2B5EF4-FFF2-40B4-BE49-F238E27FC236}">
                    <a16:creationId xmlns:a16="http://schemas.microsoft.com/office/drawing/2014/main" id="{B4C060E4-E790-4A31-B683-EA834FCF4E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Connecteur droit 194">
                <a:extLst>
                  <a:ext uri="{FF2B5EF4-FFF2-40B4-BE49-F238E27FC236}">
                    <a16:creationId xmlns:a16="http://schemas.microsoft.com/office/drawing/2014/main" id="{13F00D2A-400F-4678-BB33-16B61650F4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Connecteur droit 195">
                <a:extLst>
                  <a:ext uri="{FF2B5EF4-FFF2-40B4-BE49-F238E27FC236}">
                    <a16:creationId xmlns:a16="http://schemas.microsoft.com/office/drawing/2014/main" id="{46AABFD4-3727-4DF4-933A-C0A090248A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Connecteur droit 196">
                <a:extLst>
                  <a:ext uri="{FF2B5EF4-FFF2-40B4-BE49-F238E27FC236}">
                    <a16:creationId xmlns:a16="http://schemas.microsoft.com/office/drawing/2014/main" id="{6CC40A87-D067-41BF-B368-A197EC0D9D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Connecteur droit 197">
                <a:extLst>
                  <a:ext uri="{FF2B5EF4-FFF2-40B4-BE49-F238E27FC236}">
                    <a16:creationId xmlns:a16="http://schemas.microsoft.com/office/drawing/2014/main" id="{E116F92B-7098-4139-AC77-75B4CE3323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Connecteur droit 198">
                <a:extLst>
                  <a:ext uri="{FF2B5EF4-FFF2-40B4-BE49-F238E27FC236}">
                    <a16:creationId xmlns:a16="http://schemas.microsoft.com/office/drawing/2014/main" id="{CFDF485C-38E7-4C0D-A2A7-3F1DE3B918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Connecteur droit 199">
                <a:extLst>
                  <a:ext uri="{FF2B5EF4-FFF2-40B4-BE49-F238E27FC236}">
                    <a16:creationId xmlns:a16="http://schemas.microsoft.com/office/drawing/2014/main" id="{BF6DBD12-21A0-4F07-953F-D3B3486C15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Connecteur droit 200">
                <a:extLst>
                  <a:ext uri="{FF2B5EF4-FFF2-40B4-BE49-F238E27FC236}">
                    <a16:creationId xmlns:a16="http://schemas.microsoft.com/office/drawing/2014/main" id="{554F4E42-5B16-41F4-8FF4-2EB134C1FE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Connecteur droit 201">
                <a:extLst>
                  <a:ext uri="{FF2B5EF4-FFF2-40B4-BE49-F238E27FC236}">
                    <a16:creationId xmlns:a16="http://schemas.microsoft.com/office/drawing/2014/main" id="{6F4CC20F-EBF6-4AFE-9A4F-68ACC7513B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Connecteur droit 202">
                <a:extLst>
                  <a:ext uri="{FF2B5EF4-FFF2-40B4-BE49-F238E27FC236}">
                    <a16:creationId xmlns:a16="http://schemas.microsoft.com/office/drawing/2014/main" id="{FA745DE2-9816-4D5B-BB41-BE1874612F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Connecteur droit 203">
                <a:extLst>
                  <a:ext uri="{FF2B5EF4-FFF2-40B4-BE49-F238E27FC236}">
                    <a16:creationId xmlns:a16="http://schemas.microsoft.com/office/drawing/2014/main" id="{D5B5D721-5554-457C-BE2F-BCA2505CAD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Connecteur droit 204">
                <a:extLst>
                  <a:ext uri="{FF2B5EF4-FFF2-40B4-BE49-F238E27FC236}">
                    <a16:creationId xmlns:a16="http://schemas.microsoft.com/office/drawing/2014/main" id="{BAFF390C-48FB-4FA5-998E-6DDDF9D2B4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Connecteur droit 205">
                <a:extLst>
                  <a:ext uri="{FF2B5EF4-FFF2-40B4-BE49-F238E27FC236}">
                    <a16:creationId xmlns:a16="http://schemas.microsoft.com/office/drawing/2014/main" id="{F4B2E647-1CF4-4AF8-9AF5-8EAB6D6E88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Connecteur droit 206">
                <a:extLst>
                  <a:ext uri="{FF2B5EF4-FFF2-40B4-BE49-F238E27FC236}">
                    <a16:creationId xmlns:a16="http://schemas.microsoft.com/office/drawing/2014/main" id="{46DA8C50-AA32-47D8-8DCB-DE9624E60E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Connecteur droit 207">
                <a:extLst>
                  <a:ext uri="{FF2B5EF4-FFF2-40B4-BE49-F238E27FC236}">
                    <a16:creationId xmlns:a16="http://schemas.microsoft.com/office/drawing/2014/main" id="{51ED6412-8EBC-4680-B7D2-65A4F73BBB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Connecteur droit 208">
                <a:extLst>
                  <a:ext uri="{FF2B5EF4-FFF2-40B4-BE49-F238E27FC236}">
                    <a16:creationId xmlns:a16="http://schemas.microsoft.com/office/drawing/2014/main" id="{2983F033-A214-4959-956E-4B50B7AC66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Connecteur droit 209">
                <a:extLst>
                  <a:ext uri="{FF2B5EF4-FFF2-40B4-BE49-F238E27FC236}">
                    <a16:creationId xmlns:a16="http://schemas.microsoft.com/office/drawing/2014/main" id="{A77F30C3-5A8C-4BEB-95C1-A7B9C0961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Connecteur droit 210">
                <a:extLst>
                  <a:ext uri="{FF2B5EF4-FFF2-40B4-BE49-F238E27FC236}">
                    <a16:creationId xmlns:a16="http://schemas.microsoft.com/office/drawing/2014/main" id="{99A432F5-9A86-437C-8108-7945FA72EC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Connecteur droit 211">
                <a:extLst>
                  <a:ext uri="{FF2B5EF4-FFF2-40B4-BE49-F238E27FC236}">
                    <a16:creationId xmlns:a16="http://schemas.microsoft.com/office/drawing/2014/main" id="{4F8B1465-BA18-4D1C-ADED-D4BAA7638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Connecteur droit 212">
                <a:extLst>
                  <a:ext uri="{FF2B5EF4-FFF2-40B4-BE49-F238E27FC236}">
                    <a16:creationId xmlns:a16="http://schemas.microsoft.com/office/drawing/2014/main" id="{45DD7842-E27E-4461-B9C8-63AD2F0C44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Connecteur droit 213">
                <a:extLst>
                  <a:ext uri="{FF2B5EF4-FFF2-40B4-BE49-F238E27FC236}">
                    <a16:creationId xmlns:a16="http://schemas.microsoft.com/office/drawing/2014/main" id="{3C45934F-49A5-4EDB-A9A3-5540D74AB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Connecteur droit 214">
                <a:extLst>
                  <a:ext uri="{FF2B5EF4-FFF2-40B4-BE49-F238E27FC236}">
                    <a16:creationId xmlns:a16="http://schemas.microsoft.com/office/drawing/2014/main" id="{EEF9B0E3-0DC0-4D03-A02B-8F62D905F4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Connecteur droit 215">
                <a:extLst>
                  <a:ext uri="{FF2B5EF4-FFF2-40B4-BE49-F238E27FC236}">
                    <a16:creationId xmlns:a16="http://schemas.microsoft.com/office/drawing/2014/main" id="{2B1998C4-BF81-4332-A399-AD43467F67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Connecteur droit 216">
                <a:extLst>
                  <a:ext uri="{FF2B5EF4-FFF2-40B4-BE49-F238E27FC236}">
                    <a16:creationId xmlns:a16="http://schemas.microsoft.com/office/drawing/2014/main" id="{44CFAF52-7684-46F2-8DFD-70A7F36DB0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Connecteur droit 217">
                <a:extLst>
                  <a:ext uri="{FF2B5EF4-FFF2-40B4-BE49-F238E27FC236}">
                    <a16:creationId xmlns:a16="http://schemas.microsoft.com/office/drawing/2014/main" id="{93EFB5D1-BDF7-40B6-BBEA-D489CE79F1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Connecteur droit 218">
                <a:extLst>
                  <a:ext uri="{FF2B5EF4-FFF2-40B4-BE49-F238E27FC236}">
                    <a16:creationId xmlns:a16="http://schemas.microsoft.com/office/drawing/2014/main" id="{B5A98777-A259-461F-A9B2-21DFC45C17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Connecteur droit 219">
                <a:extLst>
                  <a:ext uri="{FF2B5EF4-FFF2-40B4-BE49-F238E27FC236}">
                    <a16:creationId xmlns:a16="http://schemas.microsoft.com/office/drawing/2014/main" id="{0F795195-D966-482A-8D47-6265C00F6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Connecteur droit 220">
                <a:extLst>
                  <a:ext uri="{FF2B5EF4-FFF2-40B4-BE49-F238E27FC236}">
                    <a16:creationId xmlns:a16="http://schemas.microsoft.com/office/drawing/2014/main" id="{6E881E12-FFE1-441E-B36B-804289472B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Connecteur droit 221">
                <a:extLst>
                  <a:ext uri="{FF2B5EF4-FFF2-40B4-BE49-F238E27FC236}">
                    <a16:creationId xmlns:a16="http://schemas.microsoft.com/office/drawing/2014/main" id="{61DBEB97-C3B3-4646-9760-227E20B155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Connecteur droit 222">
                <a:extLst>
                  <a:ext uri="{FF2B5EF4-FFF2-40B4-BE49-F238E27FC236}">
                    <a16:creationId xmlns:a16="http://schemas.microsoft.com/office/drawing/2014/main" id="{0BA17FBA-A611-4CA2-9CDC-E073B889C4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Connecteur droit 223">
                <a:extLst>
                  <a:ext uri="{FF2B5EF4-FFF2-40B4-BE49-F238E27FC236}">
                    <a16:creationId xmlns:a16="http://schemas.microsoft.com/office/drawing/2014/main" id="{1B66F6D2-50DA-4E7A-8583-E9159CD962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Connecteur droit 224">
                <a:extLst>
                  <a:ext uri="{FF2B5EF4-FFF2-40B4-BE49-F238E27FC236}">
                    <a16:creationId xmlns:a16="http://schemas.microsoft.com/office/drawing/2014/main" id="{DD181CC7-8652-404A-B5C7-58004FD15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Connecteur droit 225">
                <a:extLst>
                  <a:ext uri="{FF2B5EF4-FFF2-40B4-BE49-F238E27FC236}">
                    <a16:creationId xmlns:a16="http://schemas.microsoft.com/office/drawing/2014/main" id="{75706D69-47CD-47E3-83C9-EDB4EAF58C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Connecteur droit 226">
                <a:extLst>
                  <a:ext uri="{FF2B5EF4-FFF2-40B4-BE49-F238E27FC236}">
                    <a16:creationId xmlns:a16="http://schemas.microsoft.com/office/drawing/2014/main" id="{2ADC21AA-CD21-436C-A9D7-DC4167E500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Connecteur droit 227">
                <a:extLst>
                  <a:ext uri="{FF2B5EF4-FFF2-40B4-BE49-F238E27FC236}">
                    <a16:creationId xmlns:a16="http://schemas.microsoft.com/office/drawing/2014/main" id="{4702CCCC-772F-4AF1-8201-73C2537110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Connecteur droit 228">
                <a:extLst>
                  <a:ext uri="{FF2B5EF4-FFF2-40B4-BE49-F238E27FC236}">
                    <a16:creationId xmlns:a16="http://schemas.microsoft.com/office/drawing/2014/main" id="{62AAD2B7-288B-42CF-804B-E33B84D747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Connecteur droit 229">
                <a:extLst>
                  <a:ext uri="{FF2B5EF4-FFF2-40B4-BE49-F238E27FC236}">
                    <a16:creationId xmlns:a16="http://schemas.microsoft.com/office/drawing/2014/main" id="{D51CCD7B-95EB-4EE4-BAED-4308C80BF3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Connecteur droit 230">
                <a:extLst>
                  <a:ext uri="{FF2B5EF4-FFF2-40B4-BE49-F238E27FC236}">
                    <a16:creationId xmlns:a16="http://schemas.microsoft.com/office/drawing/2014/main" id="{F92C4B5C-D0FB-4C0A-B5FA-2C7DDF7625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Connecteur droit 231">
                <a:extLst>
                  <a:ext uri="{FF2B5EF4-FFF2-40B4-BE49-F238E27FC236}">
                    <a16:creationId xmlns:a16="http://schemas.microsoft.com/office/drawing/2014/main" id="{64D2931E-A280-496D-99C1-5C2A820CB4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Connecteur droit 232">
                <a:extLst>
                  <a:ext uri="{FF2B5EF4-FFF2-40B4-BE49-F238E27FC236}">
                    <a16:creationId xmlns:a16="http://schemas.microsoft.com/office/drawing/2014/main" id="{ED33CBE3-55B1-43CF-96B9-2E994EBCEA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onnecteur droit 233">
                <a:extLst>
                  <a:ext uri="{FF2B5EF4-FFF2-40B4-BE49-F238E27FC236}">
                    <a16:creationId xmlns:a16="http://schemas.microsoft.com/office/drawing/2014/main" id="{16C6D563-A48C-4E6B-AE46-2CCE38A660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Connecteur droit 234">
                <a:extLst>
                  <a:ext uri="{FF2B5EF4-FFF2-40B4-BE49-F238E27FC236}">
                    <a16:creationId xmlns:a16="http://schemas.microsoft.com/office/drawing/2014/main" id="{AD0ABECB-C92E-4F76-89A6-1334939CDF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Connecteur droit 235">
                <a:extLst>
                  <a:ext uri="{FF2B5EF4-FFF2-40B4-BE49-F238E27FC236}">
                    <a16:creationId xmlns:a16="http://schemas.microsoft.com/office/drawing/2014/main" id="{8C258514-FFA8-4DE3-9B25-D55705AC3B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Connecteur droit 236">
                <a:extLst>
                  <a:ext uri="{FF2B5EF4-FFF2-40B4-BE49-F238E27FC236}">
                    <a16:creationId xmlns:a16="http://schemas.microsoft.com/office/drawing/2014/main" id="{C2B9E312-EEBF-4783-B25E-D7DD0D6E7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Connecteur droit 237">
                <a:extLst>
                  <a:ext uri="{FF2B5EF4-FFF2-40B4-BE49-F238E27FC236}">
                    <a16:creationId xmlns:a16="http://schemas.microsoft.com/office/drawing/2014/main" id="{7CB21139-A4D5-4D0F-9AD0-868FFC4240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Connecteur droit 238">
                <a:extLst>
                  <a:ext uri="{FF2B5EF4-FFF2-40B4-BE49-F238E27FC236}">
                    <a16:creationId xmlns:a16="http://schemas.microsoft.com/office/drawing/2014/main" id="{E72FF9AC-BC86-42FD-8DF7-72429C958C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Connecteur droit 239">
                <a:extLst>
                  <a:ext uri="{FF2B5EF4-FFF2-40B4-BE49-F238E27FC236}">
                    <a16:creationId xmlns:a16="http://schemas.microsoft.com/office/drawing/2014/main" id="{23D09EAB-27F8-4FAC-91C2-4942ABA740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Connecteur droit 240">
                <a:extLst>
                  <a:ext uri="{FF2B5EF4-FFF2-40B4-BE49-F238E27FC236}">
                    <a16:creationId xmlns:a16="http://schemas.microsoft.com/office/drawing/2014/main" id="{10D82CB2-C309-4CCD-9FB1-EF8F4407EC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Connecteur droit 241">
                <a:extLst>
                  <a:ext uri="{FF2B5EF4-FFF2-40B4-BE49-F238E27FC236}">
                    <a16:creationId xmlns:a16="http://schemas.microsoft.com/office/drawing/2014/main" id="{3625D6FE-BC58-4E33-B4E9-282D5CB75E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Connecteur droit 242">
                <a:extLst>
                  <a:ext uri="{FF2B5EF4-FFF2-40B4-BE49-F238E27FC236}">
                    <a16:creationId xmlns:a16="http://schemas.microsoft.com/office/drawing/2014/main" id="{2158CF66-DCD3-4627-9675-61B42A303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Connecteur droit 243">
                <a:extLst>
                  <a:ext uri="{FF2B5EF4-FFF2-40B4-BE49-F238E27FC236}">
                    <a16:creationId xmlns:a16="http://schemas.microsoft.com/office/drawing/2014/main" id="{44ED85B9-D0C1-4222-B4BC-E81876EC38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Connecteur droit 244">
                <a:extLst>
                  <a:ext uri="{FF2B5EF4-FFF2-40B4-BE49-F238E27FC236}">
                    <a16:creationId xmlns:a16="http://schemas.microsoft.com/office/drawing/2014/main" id="{1299F075-06C0-46B8-A3F7-1D7E8D600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Connecteur droit 245">
                <a:extLst>
                  <a:ext uri="{FF2B5EF4-FFF2-40B4-BE49-F238E27FC236}">
                    <a16:creationId xmlns:a16="http://schemas.microsoft.com/office/drawing/2014/main" id="{AEA87578-2C04-4651-A5BF-81D06050C9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Connecteur droit 246">
                <a:extLst>
                  <a:ext uri="{FF2B5EF4-FFF2-40B4-BE49-F238E27FC236}">
                    <a16:creationId xmlns:a16="http://schemas.microsoft.com/office/drawing/2014/main" id="{12A8551E-D8EB-40F2-AD25-87484A17D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Connecteur droit 247">
                <a:extLst>
                  <a:ext uri="{FF2B5EF4-FFF2-40B4-BE49-F238E27FC236}">
                    <a16:creationId xmlns:a16="http://schemas.microsoft.com/office/drawing/2014/main" id="{AC1E0E32-3B75-404A-9165-5733782508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Connecteur droit 248">
                <a:extLst>
                  <a:ext uri="{FF2B5EF4-FFF2-40B4-BE49-F238E27FC236}">
                    <a16:creationId xmlns:a16="http://schemas.microsoft.com/office/drawing/2014/main" id="{4A410333-16BA-443A-B24F-418ED7753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Connecteur droit 249">
                <a:extLst>
                  <a:ext uri="{FF2B5EF4-FFF2-40B4-BE49-F238E27FC236}">
                    <a16:creationId xmlns:a16="http://schemas.microsoft.com/office/drawing/2014/main" id="{271589D1-7914-4EA7-B6B4-C1E7EA5FE6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Connecteur droit 250">
                <a:extLst>
                  <a:ext uri="{FF2B5EF4-FFF2-40B4-BE49-F238E27FC236}">
                    <a16:creationId xmlns:a16="http://schemas.microsoft.com/office/drawing/2014/main" id="{E62A5ACA-F5D5-41F3-9549-06DB799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Connecteur droit 251">
                <a:extLst>
                  <a:ext uri="{FF2B5EF4-FFF2-40B4-BE49-F238E27FC236}">
                    <a16:creationId xmlns:a16="http://schemas.microsoft.com/office/drawing/2014/main" id="{EA254CA6-3565-4CD0-8BEB-C94A533C01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Connecteur droit 252">
                <a:extLst>
                  <a:ext uri="{FF2B5EF4-FFF2-40B4-BE49-F238E27FC236}">
                    <a16:creationId xmlns:a16="http://schemas.microsoft.com/office/drawing/2014/main" id="{E62203F9-E5BE-44F8-8D43-31EEF85E92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Connecteur droit 253">
                <a:extLst>
                  <a:ext uri="{FF2B5EF4-FFF2-40B4-BE49-F238E27FC236}">
                    <a16:creationId xmlns:a16="http://schemas.microsoft.com/office/drawing/2014/main" id="{FC43FC58-4722-4D22-88C1-652EB16585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Connecteur droit 254">
                <a:extLst>
                  <a:ext uri="{FF2B5EF4-FFF2-40B4-BE49-F238E27FC236}">
                    <a16:creationId xmlns:a16="http://schemas.microsoft.com/office/drawing/2014/main" id="{D4C87F1C-06F8-43CD-8920-F525A5504B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Connecteur droit 255">
                <a:extLst>
                  <a:ext uri="{FF2B5EF4-FFF2-40B4-BE49-F238E27FC236}">
                    <a16:creationId xmlns:a16="http://schemas.microsoft.com/office/drawing/2014/main" id="{F75BF2BA-0DFF-4812-986E-9F2286A9F4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Connecteur droit 256">
                <a:extLst>
                  <a:ext uri="{FF2B5EF4-FFF2-40B4-BE49-F238E27FC236}">
                    <a16:creationId xmlns:a16="http://schemas.microsoft.com/office/drawing/2014/main" id="{7B79CBCB-DE00-4F16-A2FC-E54EF816BA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Connecteur droit 257">
                <a:extLst>
                  <a:ext uri="{FF2B5EF4-FFF2-40B4-BE49-F238E27FC236}">
                    <a16:creationId xmlns:a16="http://schemas.microsoft.com/office/drawing/2014/main" id="{DEA1374B-AC49-4266-965E-1F9CD9E53B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Connecteur droit 258">
                <a:extLst>
                  <a:ext uri="{FF2B5EF4-FFF2-40B4-BE49-F238E27FC236}">
                    <a16:creationId xmlns:a16="http://schemas.microsoft.com/office/drawing/2014/main" id="{325DE178-9F40-48D5-B0A9-4B03247422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1" name="Groupe 260">
            <a:extLst>
              <a:ext uri="{FF2B5EF4-FFF2-40B4-BE49-F238E27FC236}">
                <a16:creationId xmlns:a16="http://schemas.microsoft.com/office/drawing/2014/main" id="{29858C9E-401F-4216-8087-A25D1B588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5392608">
            <a:off x="7397406" y="-618857"/>
            <a:ext cx="4915057" cy="4271437"/>
            <a:chOff x="5281603" y="104899"/>
            <a:chExt cx="6910397" cy="6005491"/>
          </a:xfrm>
        </p:grpSpPr>
        <p:sp>
          <p:nvSpPr>
            <p:cNvPr id="262" name="Forme libre 17">
              <a:extLst>
                <a:ext uri="{FF2B5EF4-FFF2-40B4-BE49-F238E27FC236}">
                  <a16:creationId xmlns:a16="http://schemas.microsoft.com/office/drawing/2014/main" id="{D963FBC5-E6AD-44F8-AF49-6F5B5BF9D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grpSp>
          <p:nvGrpSpPr>
            <p:cNvPr id="263" name="Groupe 262">
              <a:extLst>
                <a:ext uri="{FF2B5EF4-FFF2-40B4-BE49-F238E27FC236}">
                  <a16:creationId xmlns:a16="http://schemas.microsoft.com/office/drawing/2014/main" id="{EF1F68DE-2C0A-4FBF-8033-8DFBB75AE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264" name="Connecteur droit 263">
                <a:extLst>
                  <a:ext uri="{FF2B5EF4-FFF2-40B4-BE49-F238E27FC236}">
                    <a16:creationId xmlns:a16="http://schemas.microsoft.com/office/drawing/2014/main" id="{1C147FEA-3E5D-4830-B91C-78418FE20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Connecteur droit 264">
                <a:extLst>
                  <a:ext uri="{FF2B5EF4-FFF2-40B4-BE49-F238E27FC236}">
                    <a16:creationId xmlns:a16="http://schemas.microsoft.com/office/drawing/2014/main" id="{C91F075D-8726-4FD6-BE73-EDCD760730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Connecteur droit 265">
                <a:extLst>
                  <a:ext uri="{FF2B5EF4-FFF2-40B4-BE49-F238E27FC236}">
                    <a16:creationId xmlns:a16="http://schemas.microsoft.com/office/drawing/2014/main" id="{0BDE3685-352D-4E32-9662-2C6C92E20F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Connecteur droit 266">
                <a:extLst>
                  <a:ext uri="{FF2B5EF4-FFF2-40B4-BE49-F238E27FC236}">
                    <a16:creationId xmlns:a16="http://schemas.microsoft.com/office/drawing/2014/main" id="{10A2922F-AA86-4B02-80C4-409D71A0A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Connecteur droit 267">
                <a:extLst>
                  <a:ext uri="{FF2B5EF4-FFF2-40B4-BE49-F238E27FC236}">
                    <a16:creationId xmlns:a16="http://schemas.microsoft.com/office/drawing/2014/main" id="{A23C72B0-E133-40CF-A094-E239AD994B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Connecteur droit 268">
                <a:extLst>
                  <a:ext uri="{FF2B5EF4-FFF2-40B4-BE49-F238E27FC236}">
                    <a16:creationId xmlns:a16="http://schemas.microsoft.com/office/drawing/2014/main" id="{63F2DFC9-23E2-4429-911D-AA55B03405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Connecteur droit 269">
                <a:extLst>
                  <a:ext uri="{FF2B5EF4-FFF2-40B4-BE49-F238E27FC236}">
                    <a16:creationId xmlns:a16="http://schemas.microsoft.com/office/drawing/2014/main" id="{E71590EC-7AA6-47B3-AFF5-6E9A1B8B1C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Connecteur droit 270">
                <a:extLst>
                  <a:ext uri="{FF2B5EF4-FFF2-40B4-BE49-F238E27FC236}">
                    <a16:creationId xmlns:a16="http://schemas.microsoft.com/office/drawing/2014/main" id="{23C6AC81-5D5E-4224-B222-B731E90F1C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Connecteur droit 271">
                <a:extLst>
                  <a:ext uri="{FF2B5EF4-FFF2-40B4-BE49-F238E27FC236}">
                    <a16:creationId xmlns:a16="http://schemas.microsoft.com/office/drawing/2014/main" id="{164FB43F-3082-49BF-A7C5-72A42773D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Connecteur droit 272">
                <a:extLst>
                  <a:ext uri="{FF2B5EF4-FFF2-40B4-BE49-F238E27FC236}">
                    <a16:creationId xmlns:a16="http://schemas.microsoft.com/office/drawing/2014/main" id="{C9F3EE03-5655-4428-86AC-F579E8F339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Connecteur droit 273">
                <a:extLst>
                  <a:ext uri="{FF2B5EF4-FFF2-40B4-BE49-F238E27FC236}">
                    <a16:creationId xmlns:a16="http://schemas.microsoft.com/office/drawing/2014/main" id="{EF7335E6-5FFD-4206-9AF0-1791A88C9A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Connecteur droit 274">
                <a:extLst>
                  <a:ext uri="{FF2B5EF4-FFF2-40B4-BE49-F238E27FC236}">
                    <a16:creationId xmlns:a16="http://schemas.microsoft.com/office/drawing/2014/main" id="{CE837EB7-EE63-4B6B-9334-1B8055AD9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Connecteur droit 275">
                <a:extLst>
                  <a:ext uri="{FF2B5EF4-FFF2-40B4-BE49-F238E27FC236}">
                    <a16:creationId xmlns:a16="http://schemas.microsoft.com/office/drawing/2014/main" id="{4EE8D5FB-B44C-43C8-A4F4-D786090733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Connecteur droit 276">
                <a:extLst>
                  <a:ext uri="{FF2B5EF4-FFF2-40B4-BE49-F238E27FC236}">
                    <a16:creationId xmlns:a16="http://schemas.microsoft.com/office/drawing/2014/main" id="{8847AA0E-6A2D-41F5-A9B5-3A2F3B8752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Connecteur droit 277">
                <a:extLst>
                  <a:ext uri="{FF2B5EF4-FFF2-40B4-BE49-F238E27FC236}">
                    <a16:creationId xmlns:a16="http://schemas.microsoft.com/office/drawing/2014/main" id="{9E4D651B-C768-4CBE-B971-A3CA38D803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Connecteur droit 278">
                <a:extLst>
                  <a:ext uri="{FF2B5EF4-FFF2-40B4-BE49-F238E27FC236}">
                    <a16:creationId xmlns:a16="http://schemas.microsoft.com/office/drawing/2014/main" id="{913496D3-4182-4D80-9A16-89DBB740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Connecteur droit 279">
                <a:extLst>
                  <a:ext uri="{FF2B5EF4-FFF2-40B4-BE49-F238E27FC236}">
                    <a16:creationId xmlns:a16="http://schemas.microsoft.com/office/drawing/2014/main" id="{088D4C91-F0F7-4549-B54A-CC855FD3A7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Connecteur droit 280">
                <a:extLst>
                  <a:ext uri="{FF2B5EF4-FFF2-40B4-BE49-F238E27FC236}">
                    <a16:creationId xmlns:a16="http://schemas.microsoft.com/office/drawing/2014/main" id="{84885948-783E-4197-B942-2DDCD542EA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Connecteur droit 281">
                <a:extLst>
                  <a:ext uri="{FF2B5EF4-FFF2-40B4-BE49-F238E27FC236}">
                    <a16:creationId xmlns:a16="http://schemas.microsoft.com/office/drawing/2014/main" id="{2837E330-008B-45A6-98A5-CE7D6FBBE1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Connecteur droit 282">
                <a:extLst>
                  <a:ext uri="{FF2B5EF4-FFF2-40B4-BE49-F238E27FC236}">
                    <a16:creationId xmlns:a16="http://schemas.microsoft.com/office/drawing/2014/main" id="{DD807602-B947-4984-8017-D89F3B0AD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Connecteur droit 283">
                <a:extLst>
                  <a:ext uri="{FF2B5EF4-FFF2-40B4-BE49-F238E27FC236}">
                    <a16:creationId xmlns:a16="http://schemas.microsoft.com/office/drawing/2014/main" id="{57AA37C4-9C24-41F1-98CA-BBD9BE159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Connecteur droit 284">
                <a:extLst>
                  <a:ext uri="{FF2B5EF4-FFF2-40B4-BE49-F238E27FC236}">
                    <a16:creationId xmlns:a16="http://schemas.microsoft.com/office/drawing/2014/main" id="{692CF8CD-056F-4556-939F-1EFF0FECEC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Connecteur droit 285">
                <a:extLst>
                  <a:ext uri="{FF2B5EF4-FFF2-40B4-BE49-F238E27FC236}">
                    <a16:creationId xmlns:a16="http://schemas.microsoft.com/office/drawing/2014/main" id="{A29F3FAC-18B2-4886-9A93-44B7AD01D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Connecteur droit 286">
                <a:extLst>
                  <a:ext uri="{FF2B5EF4-FFF2-40B4-BE49-F238E27FC236}">
                    <a16:creationId xmlns:a16="http://schemas.microsoft.com/office/drawing/2014/main" id="{35B536E5-4149-49B5-8119-04FF4A5ACF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Connecteur droit 287">
                <a:extLst>
                  <a:ext uri="{FF2B5EF4-FFF2-40B4-BE49-F238E27FC236}">
                    <a16:creationId xmlns:a16="http://schemas.microsoft.com/office/drawing/2014/main" id="{4A2B8B6A-D5D3-4DAA-AB4B-A1C1086B40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Connecteur droit 288">
                <a:extLst>
                  <a:ext uri="{FF2B5EF4-FFF2-40B4-BE49-F238E27FC236}">
                    <a16:creationId xmlns:a16="http://schemas.microsoft.com/office/drawing/2014/main" id="{F8E4C672-BE9E-4026-992B-B2FE6C1361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Connecteur droit 289">
                <a:extLst>
                  <a:ext uri="{FF2B5EF4-FFF2-40B4-BE49-F238E27FC236}">
                    <a16:creationId xmlns:a16="http://schemas.microsoft.com/office/drawing/2014/main" id="{AC36DA4E-F1E7-4B68-ADA1-4F132BDCF2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Connecteur droit 290">
                <a:extLst>
                  <a:ext uri="{FF2B5EF4-FFF2-40B4-BE49-F238E27FC236}">
                    <a16:creationId xmlns:a16="http://schemas.microsoft.com/office/drawing/2014/main" id="{EB5D2532-6A77-4DE1-8BB0-37AA33FD9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Connecteur droit 291">
                <a:extLst>
                  <a:ext uri="{FF2B5EF4-FFF2-40B4-BE49-F238E27FC236}">
                    <a16:creationId xmlns:a16="http://schemas.microsoft.com/office/drawing/2014/main" id="{BF234A36-BE57-450D-BDA2-AD70152CF5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Connecteur droit 292">
                <a:extLst>
                  <a:ext uri="{FF2B5EF4-FFF2-40B4-BE49-F238E27FC236}">
                    <a16:creationId xmlns:a16="http://schemas.microsoft.com/office/drawing/2014/main" id="{D461473E-1290-4BD0-B4DF-3C95DCE0F6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Connecteur droit 293">
                <a:extLst>
                  <a:ext uri="{FF2B5EF4-FFF2-40B4-BE49-F238E27FC236}">
                    <a16:creationId xmlns:a16="http://schemas.microsoft.com/office/drawing/2014/main" id="{50325318-A62D-4427-B613-AF5E076E3D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Connecteur droit 294">
                <a:extLst>
                  <a:ext uri="{FF2B5EF4-FFF2-40B4-BE49-F238E27FC236}">
                    <a16:creationId xmlns:a16="http://schemas.microsoft.com/office/drawing/2014/main" id="{3F928DB9-6B46-43EF-A7CF-C4B9830CA5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Connecteur droit 295">
                <a:extLst>
                  <a:ext uri="{FF2B5EF4-FFF2-40B4-BE49-F238E27FC236}">
                    <a16:creationId xmlns:a16="http://schemas.microsoft.com/office/drawing/2014/main" id="{BA011901-65F6-4D44-BD40-744878B6B2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Connecteur droit 296">
                <a:extLst>
                  <a:ext uri="{FF2B5EF4-FFF2-40B4-BE49-F238E27FC236}">
                    <a16:creationId xmlns:a16="http://schemas.microsoft.com/office/drawing/2014/main" id="{E838496B-B788-4873-9E1C-9B4442984E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Connecteur droit 297">
                <a:extLst>
                  <a:ext uri="{FF2B5EF4-FFF2-40B4-BE49-F238E27FC236}">
                    <a16:creationId xmlns:a16="http://schemas.microsoft.com/office/drawing/2014/main" id="{A15262F7-23A5-4A6B-BD2C-44CF82ECDE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Connecteur droit 298">
                <a:extLst>
                  <a:ext uri="{FF2B5EF4-FFF2-40B4-BE49-F238E27FC236}">
                    <a16:creationId xmlns:a16="http://schemas.microsoft.com/office/drawing/2014/main" id="{B5857A42-75EB-4FF2-AF41-2D612A687D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Connecteur droit 299">
                <a:extLst>
                  <a:ext uri="{FF2B5EF4-FFF2-40B4-BE49-F238E27FC236}">
                    <a16:creationId xmlns:a16="http://schemas.microsoft.com/office/drawing/2014/main" id="{3FC449E1-9573-406B-A201-3E897E668A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Connecteur droit 300">
                <a:extLst>
                  <a:ext uri="{FF2B5EF4-FFF2-40B4-BE49-F238E27FC236}">
                    <a16:creationId xmlns:a16="http://schemas.microsoft.com/office/drawing/2014/main" id="{71001847-954F-46EC-97E7-E38732517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Connecteur droit 301">
                <a:extLst>
                  <a:ext uri="{FF2B5EF4-FFF2-40B4-BE49-F238E27FC236}">
                    <a16:creationId xmlns:a16="http://schemas.microsoft.com/office/drawing/2014/main" id="{F3B040FD-D427-4F90-8CFC-D429522487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Connecteur droit 302">
                <a:extLst>
                  <a:ext uri="{FF2B5EF4-FFF2-40B4-BE49-F238E27FC236}">
                    <a16:creationId xmlns:a16="http://schemas.microsoft.com/office/drawing/2014/main" id="{975C627A-78ED-4D2B-9F9E-26BE2C0A75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Connecteur droit 303">
                <a:extLst>
                  <a:ext uri="{FF2B5EF4-FFF2-40B4-BE49-F238E27FC236}">
                    <a16:creationId xmlns:a16="http://schemas.microsoft.com/office/drawing/2014/main" id="{2523831A-B9F1-40EF-B113-873BEFA660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Connecteur droit 304">
                <a:extLst>
                  <a:ext uri="{FF2B5EF4-FFF2-40B4-BE49-F238E27FC236}">
                    <a16:creationId xmlns:a16="http://schemas.microsoft.com/office/drawing/2014/main" id="{07483313-610C-403C-811D-EE70A78046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Connecteur droit 305">
                <a:extLst>
                  <a:ext uri="{FF2B5EF4-FFF2-40B4-BE49-F238E27FC236}">
                    <a16:creationId xmlns:a16="http://schemas.microsoft.com/office/drawing/2014/main" id="{E1CE5A29-BB15-441C-B3CD-3D3EE2163D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Connecteur droit 306">
                <a:extLst>
                  <a:ext uri="{FF2B5EF4-FFF2-40B4-BE49-F238E27FC236}">
                    <a16:creationId xmlns:a16="http://schemas.microsoft.com/office/drawing/2014/main" id="{E476D005-3155-4DEF-88DE-068B497DED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Connecteur droit 307">
                <a:extLst>
                  <a:ext uri="{FF2B5EF4-FFF2-40B4-BE49-F238E27FC236}">
                    <a16:creationId xmlns:a16="http://schemas.microsoft.com/office/drawing/2014/main" id="{2628975E-6165-407B-8A45-7F23746BCC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Connecteur droit 308">
                <a:extLst>
                  <a:ext uri="{FF2B5EF4-FFF2-40B4-BE49-F238E27FC236}">
                    <a16:creationId xmlns:a16="http://schemas.microsoft.com/office/drawing/2014/main" id="{6A69F000-3171-47D5-8EFE-4F201716C0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Connecteur droit 309">
                <a:extLst>
                  <a:ext uri="{FF2B5EF4-FFF2-40B4-BE49-F238E27FC236}">
                    <a16:creationId xmlns:a16="http://schemas.microsoft.com/office/drawing/2014/main" id="{60092325-1C07-4FBC-9C9C-42244C9B9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Connecteur droit 310">
                <a:extLst>
                  <a:ext uri="{FF2B5EF4-FFF2-40B4-BE49-F238E27FC236}">
                    <a16:creationId xmlns:a16="http://schemas.microsoft.com/office/drawing/2014/main" id="{2A33CB00-75FF-4DFF-9D6A-CEF5EA2E26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Connecteur droit 311">
                <a:extLst>
                  <a:ext uri="{FF2B5EF4-FFF2-40B4-BE49-F238E27FC236}">
                    <a16:creationId xmlns:a16="http://schemas.microsoft.com/office/drawing/2014/main" id="{139B85FF-580E-435C-8523-23A0352695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Connecteur droit 312">
                <a:extLst>
                  <a:ext uri="{FF2B5EF4-FFF2-40B4-BE49-F238E27FC236}">
                    <a16:creationId xmlns:a16="http://schemas.microsoft.com/office/drawing/2014/main" id="{C53E7419-AF0F-4B69-88BF-853EDC328C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Connecteur droit 313">
                <a:extLst>
                  <a:ext uri="{FF2B5EF4-FFF2-40B4-BE49-F238E27FC236}">
                    <a16:creationId xmlns:a16="http://schemas.microsoft.com/office/drawing/2014/main" id="{052C8AEF-9C9D-4737-BA0F-DBB3BF0C04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Connecteur droit 314">
                <a:extLst>
                  <a:ext uri="{FF2B5EF4-FFF2-40B4-BE49-F238E27FC236}">
                    <a16:creationId xmlns:a16="http://schemas.microsoft.com/office/drawing/2014/main" id="{6ADDDBC2-F0DB-4038-98D0-B38749D8C0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Connecteur droit 315">
                <a:extLst>
                  <a:ext uri="{FF2B5EF4-FFF2-40B4-BE49-F238E27FC236}">
                    <a16:creationId xmlns:a16="http://schemas.microsoft.com/office/drawing/2014/main" id="{E5F14C72-98E5-4A6C-BA03-5E105AA4D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Connecteur droit 316">
                <a:extLst>
                  <a:ext uri="{FF2B5EF4-FFF2-40B4-BE49-F238E27FC236}">
                    <a16:creationId xmlns:a16="http://schemas.microsoft.com/office/drawing/2014/main" id="{9ACEF013-464E-44D2-9B83-863E69077E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Connecteur droit 317">
                <a:extLst>
                  <a:ext uri="{FF2B5EF4-FFF2-40B4-BE49-F238E27FC236}">
                    <a16:creationId xmlns:a16="http://schemas.microsoft.com/office/drawing/2014/main" id="{3141F09F-05CE-4CE9-9F5A-861FBC31A8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Connecteur droit 318">
                <a:extLst>
                  <a:ext uri="{FF2B5EF4-FFF2-40B4-BE49-F238E27FC236}">
                    <a16:creationId xmlns:a16="http://schemas.microsoft.com/office/drawing/2014/main" id="{7ED70A3C-4B21-4941-9F11-00A51A748A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Connecteur droit 319">
                <a:extLst>
                  <a:ext uri="{FF2B5EF4-FFF2-40B4-BE49-F238E27FC236}">
                    <a16:creationId xmlns:a16="http://schemas.microsoft.com/office/drawing/2014/main" id="{11927814-33EF-4FBA-95F7-4138C1C7C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Connecteur droit 320">
                <a:extLst>
                  <a:ext uri="{FF2B5EF4-FFF2-40B4-BE49-F238E27FC236}">
                    <a16:creationId xmlns:a16="http://schemas.microsoft.com/office/drawing/2014/main" id="{F4D2B900-3BAC-4EE3-AB6E-9F3212F4DC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Connecteur droit 321">
                <a:extLst>
                  <a:ext uri="{FF2B5EF4-FFF2-40B4-BE49-F238E27FC236}">
                    <a16:creationId xmlns:a16="http://schemas.microsoft.com/office/drawing/2014/main" id="{FB00017B-AD65-4759-8A6A-B03C70E07B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Connecteur droit 322">
                <a:extLst>
                  <a:ext uri="{FF2B5EF4-FFF2-40B4-BE49-F238E27FC236}">
                    <a16:creationId xmlns:a16="http://schemas.microsoft.com/office/drawing/2014/main" id="{22C4A8E2-640F-4D30-99EC-A2D2B0FD6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Connecteur droit 323">
                <a:extLst>
                  <a:ext uri="{FF2B5EF4-FFF2-40B4-BE49-F238E27FC236}">
                    <a16:creationId xmlns:a16="http://schemas.microsoft.com/office/drawing/2014/main" id="{9492085E-DF05-4380-B8C2-93832478C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Connecteur droit 324">
                <a:extLst>
                  <a:ext uri="{FF2B5EF4-FFF2-40B4-BE49-F238E27FC236}">
                    <a16:creationId xmlns:a16="http://schemas.microsoft.com/office/drawing/2014/main" id="{49750F82-33DB-42EE-B31F-CC5DE7EBA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Connecteur droit 325">
                <a:extLst>
                  <a:ext uri="{FF2B5EF4-FFF2-40B4-BE49-F238E27FC236}">
                    <a16:creationId xmlns:a16="http://schemas.microsoft.com/office/drawing/2014/main" id="{60B9848F-8B4C-4440-9BF6-98A4F3F72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Connecteur droit 326">
                <a:extLst>
                  <a:ext uri="{FF2B5EF4-FFF2-40B4-BE49-F238E27FC236}">
                    <a16:creationId xmlns:a16="http://schemas.microsoft.com/office/drawing/2014/main" id="{E7AA0900-78F5-4163-807F-3DEE6DCBB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Connecteur droit 327">
                <a:extLst>
                  <a:ext uri="{FF2B5EF4-FFF2-40B4-BE49-F238E27FC236}">
                    <a16:creationId xmlns:a16="http://schemas.microsoft.com/office/drawing/2014/main" id="{0F627689-9632-474B-B3A8-EC1A82A36E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Connecteur droit 328">
                <a:extLst>
                  <a:ext uri="{FF2B5EF4-FFF2-40B4-BE49-F238E27FC236}">
                    <a16:creationId xmlns:a16="http://schemas.microsoft.com/office/drawing/2014/main" id="{71C6CB03-F81D-48A2-BF05-98D4EF2CC2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Connecteur droit 329">
                <a:extLst>
                  <a:ext uri="{FF2B5EF4-FFF2-40B4-BE49-F238E27FC236}">
                    <a16:creationId xmlns:a16="http://schemas.microsoft.com/office/drawing/2014/main" id="{12FB4D2F-4789-48A1-A4AA-F318ED2BA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Connecteur droit 330">
                <a:extLst>
                  <a:ext uri="{FF2B5EF4-FFF2-40B4-BE49-F238E27FC236}">
                    <a16:creationId xmlns:a16="http://schemas.microsoft.com/office/drawing/2014/main" id="{64B8907A-2A80-490C-AACF-678CA6DE19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Connecteur droit 331">
                <a:extLst>
                  <a:ext uri="{FF2B5EF4-FFF2-40B4-BE49-F238E27FC236}">
                    <a16:creationId xmlns:a16="http://schemas.microsoft.com/office/drawing/2014/main" id="{A175CCF3-4796-4C76-A92E-B495335FB4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Connecteur droit 332">
                <a:extLst>
                  <a:ext uri="{FF2B5EF4-FFF2-40B4-BE49-F238E27FC236}">
                    <a16:creationId xmlns:a16="http://schemas.microsoft.com/office/drawing/2014/main" id="{8CFC6D15-64F3-449C-8C0B-3FCB2976D2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Connecteur droit 333">
                <a:extLst>
                  <a:ext uri="{FF2B5EF4-FFF2-40B4-BE49-F238E27FC236}">
                    <a16:creationId xmlns:a16="http://schemas.microsoft.com/office/drawing/2014/main" id="{008AA4A6-DD28-4235-AAE3-CC28DF8343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Connecteur droit 334">
                <a:extLst>
                  <a:ext uri="{FF2B5EF4-FFF2-40B4-BE49-F238E27FC236}">
                    <a16:creationId xmlns:a16="http://schemas.microsoft.com/office/drawing/2014/main" id="{3D393E8B-AAB8-4606-A4FA-815EDABDD1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Connecteur droit 335">
                <a:extLst>
                  <a:ext uri="{FF2B5EF4-FFF2-40B4-BE49-F238E27FC236}">
                    <a16:creationId xmlns:a16="http://schemas.microsoft.com/office/drawing/2014/main" id="{8BA7B770-7EB6-4AC1-B028-9C45DEE440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Connecteur droit 336">
                <a:extLst>
                  <a:ext uri="{FF2B5EF4-FFF2-40B4-BE49-F238E27FC236}">
                    <a16:creationId xmlns:a16="http://schemas.microsoft.com/office/drawing/2014/main" id="{D87B822C-3951-4E65-A45D-7160FAC3FD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Connecteur droit 337">
                <a:extLst>
                  <a:ext uri="{FF2B5EF4-FFF2-40B4-BE49-F238E27FC236}">
                    <a16:creationId xmlns:a16="http://schemas.microsoft.com/office/drawing/2014/main" id="{54B9CDF0-DC54-4868-B60A-6840FDE6A2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Connecteur droit 338">
                <a:extLst>
                  <a:ext uri="{FF2B5EF4-FFF2-40B4-BE49-F238E27FC236}">
                    <a16:creationId xmlns:a16="http://schemas.microsoft.com/office/drawing/2014/main" id="{3706BEC8-029B-4E0F-A55F-A552E1DE26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Connecteur droit 339">
                <a:extLst>
                  <a:ext uri="{FF2B5EF4-FFF2-40B4-BE49-F238E27FC236}">
                    <a16:creationId xmlns:a16="http://schemas.microsoft.com/office/drawing/2014/main" id="{25EBA5EB-4807-4E96-BA08-B6B74AE040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5548885E-CABE-42B5-B06A-1E6B9B198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 6" descr="image abstraite faites de points de lumière">
            <a:extLst>
              <a:ext uri="{FF2B5EF4-FFF2-40B4-BE49-F238E27FC236}">
                <a16:creationId xmlns:a16="http://schemas.microsoft.com/office/drawing/2014/main" id="{FE6C54C5-D2F4-48F8-B65E-7506F07BCC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268" r="4773" b="-1"/>
          <a:stretch/>
        </p:blipFill>
        <p:spPr>
          <a:xfrm>
            <a:off x="8055588" y="-3863"/>
            <a:ext cx="4132754" cy="3445946"/>
          </a:xfrm>
          <a:custGeom>
            <a:avLst/>
            <a:gdLst>
              <a:gd name="connsiteX0" fmla="*/ 303228 w 4638368"/>
              <a:gd name="connsiteY0" fmla="*/ 0 h 3867534"/>
              <a:gd name="connsiteX1" fmla="*/ 4638368 w 4638368"/>
              <a:gd name="connsiteY1" fmla="*/ 0 h 3867534"/>
              <a:gd name="connsiteX2" fmla="*/ 4638368 w 4638368"/>
              <a:gd name="connsiteY2" fmla="*/ 2952747 h 3867534"/>
              <a:gd name="connsiteX3" fmla="*/ 4585825 w 4638368"/>
              <a:gd name="connsiteY3" fmla="*/ 3013864 h 3867534"/>
              <a:gd name="connsiteX4" fmla="*/ 2641346 w 4638368"/>
              <a:gd name="connsiteY4" fmla="*/ 3867534 h 3867534"/>
              <a:gd name="connsiteX5" fmla="*/ 0 w 4638368"/>
              <a:gd name="connsiteY5" fmla="*/ 1226188 h 3867534"/>
              <a:gd name="connsiteX6" fmla="*/ 260466 w 4638368"/>
              <a:gd name="connsiteY6" fmla="*/ 81056 h 386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38368" h="3867534">
                <a:moveTo>
                  <a:pt x="303228" y="0"/>
                </a:moveTo>
                <a:lnTo>
                  <a:pt x="4638368" y="0"/>
                </a:lnTo>
                <a:lnTo>
                  <a:pt x="4638368" y="2952747"/>
                </a:lnTo>
                <a:lnTo>
                  <a:pt x="4585825" y="3013864"/>
                </a:lnTo>
                <a:cubicBezTo>
                  <a:pt x="4103088" y="3538671"/>
                  <a:pt x="3410622" y="3867534"/>
                  <a:pt x="2641346" y="3867534"/>
                </a:cubicBezTo>
                <a:cubicBezTo>
                  <a:pt x="1182571" y="3867534"/>
                  <a:pt x="0" y="2684963"/>
                  <a:pt x="0" y="1226188"/>
                </a:cubicBezTo>
                <a:cubicBezTo>
                  <a:pt x="0" y="815907"/>
                  <a:pt x="93544" y="427475"/>
                  <a:pt x="260466" y="81056"/>
                </a:cubicBezTo>
                <a:close/>
              </a:path>
            </a:pathLst>
          </a:custGeom>
        </p:spPr>
      </p:pic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89F6E92-5407-C4A0-9C5F-B9CBBBB6E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2044" y="1830393"/>
            <a:ext cx="3494313" cy="95594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L’Intelligence Artificielle</a:t>
            </a:r>
            <a:r>
              <a:rPr lang="fr-FR" dirty="0"/>
              <a:t> ou </a:t>
            </a:r>
            <a:r>
              <a:rPr lang="fr-FR" b="1" dirty="0"/>
              <a:t>IA</a:t>
            </a:r>
            <a:r>
              <a:rPr lang="fr-FR" dirty="0"/>
              <a:t> = technique pour </a:t>
            </a:r>
            <a:r>
              <a:rPr lang="fr-FR" b="1" dirty="0"/>
              <a:t>imiter</a:t>
            </a:r>
            <a:r>
              <a:rPr lang="fr-FR" dirty="0"/>
              <a:t> l’intelligence humaine</a:t>
            </a:r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DC3314CE-0A0F-7DDC-2A0B-2C2112195889}"/>
              </a:ext>
            </a:extLst>
          </p:cNvPr>
          <p:cNvSpPr/>
          <p:nvPr/>
        </p:nvSpPr>
        <p:spPr>
          <a:xfrm rot="5400000">
            <a:off x="2974733" y="3114950"/>
            <a:ext cx="688933" cy="41879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2C85DF2-4680-5486-253A-8B2689894A50}"/>
              </a:ext>
            </a:extLst>
          </p:cNvPr>
          <p:cNvSpPr txBox="1"/>
          <p:nvPr/>
        </p:nvSpPr>
        <p:spPr>
          <a:xfrm>
            <a:off x="1893379" y="4067813"/>
            <a:ext cx="2490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Repose sur des </a:t>
            </a:r>
            <a:r>
              <a:rPr lang="fr-FR" b="1" dirty="0"/>
              <a:t>algorithmes</a:t>
            </a:r>
            <a:r>
              <a:rPr lang="fr-FR" dirty="0"/>
              <a:t> et </a:t>
            </a:r>
            <a:r>
              <a:rPr lang="fr-FR" b="1" dirty="0"/>
              <a:t>modèles d’apprentissage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E44F5351-9860-37FE-CBF0-88E87CB8BC75}"/>
              </a:ext>
            </a:extLst>
          </p:cNvPr>
          <p:cNvCxnSpPr/>
          <p:nvPr/>
        </p:nvCxnSpPr>
        <p:spPr>
          <a:xfrm flipV="1">
            <a:off x="4498761" y="3330171"/>
            <a:ext cx="765110" cy="506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4A117827-C0DF-B71D-1FB6-5A58E31CEE94}"/>
              </a:ext>
            </a:extLst>
          </p:cNvPr>
          <p:cNvSpPr txBox="1"/>
          <p:nvPr/>
        </p:nvSpPr>
        <p:spPr>
          <a:xfrm>
            <a:off x="5534467" y="2569295"/>
            <a:ext cx="2245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Traitement de données et/ou exécution de tâches complexes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2DC7D21D-80CC-C4EC-34F1-027BB8EDA78F}"/>
              </a:ext>
            </a:extLst>
          </p:cNvPr>
          <p:cNvCxnSpPr/>
          <p:nvPr/>
        </p:nvCxnSpPr>
        <p:spPr>
          <a:xfrm>
            <a:off x="6372808" y="4036805"/>
            <a:ext cx="0" cy="498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E2D2F66A-7B78-E00C-C20B-1CB52CE647E5}"/>
              </a:ext>
            </a:extLst>
          </p:cNvPr>
          <p:cNvSpPr txBox="1"/>
          <p:nvPr/>
        </p:nvSpPr>
        <p:spPr>
          <a:xfrm>
            <a:off x="4841133" y="4802248"/>
            <a:ext cx="3636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Utilisations diverses :</a:t>
            </a:r>
          </a:p>
          <a:p>
            <a:pPr marL="285750" indent="-285750">
              <a:buFontTx/>
              <a:buChar char="-"/>
            </a:pPr>
            <a:r>
              <a:rPr lang="fr-FR" dirty="0"/>
              <a:t>Assistance virtuelle</a:t>
            </a:r>
          </a:p>
          <a:p>
            <a:pPr marL="285750" indent="-285750">
              <a:buFontTx/>
              <a:buChar char="-"/>
            </a:pPr>
            <a:r>
              <a:rPr lang="fr-FR" dirty="0"/>
              <a:t>Analyse de Données/Prédictions</a:t>
            </a:r>
          </a:p>
          <a:p>
            <a:pPr marL="285750" indent="-285750">
              <a:buFontTx/>
              <a:buChar char="-"/>
            </a:pPr>
            <a:r>
              <a:rPr lang="fr-FR" dirty="0"/>
              <a:t>Traitement de langage naturel</a:t>
            </a:r>
          </a:p>
        </p:txBody>
      </p:sp>
    </p:spTree>
    <p:extLst>
      <p:ext uri="{BB962C8B-B14F-4D97-AF65-F5344CB8AC3E}">
        <p14:creationId xmlns:p14="http://schemas.microsoft.com/office/powerpoint/2010/main" val="291382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8652B-B439-4AB5-8773-417F1E05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30" y="264367"/>
            <a:ext cx="8554473" cy="1456267"/>
          </a:xfrm>
        </p:spPr>
        <p:txBody>
          <a:bodyPr rtlCol="0"/>
          <a:lstStyle/>
          <a:p>
            <a:pPr rtl="0"/>
            <a:r>
              <a:rPr lang="fr-FR" dirty="0"/>
              <a:t>HISTORIQUE : LES GRANDES ETAPES DE L’IA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D59C6D-73C1-8586-746E-9240387EE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56740"/>
            <a:ext cx="10131425" cy="2777412"/>
          </a:xfrm>
        </p:spPr>
        <p:txBody>
          <a:bodyPr>
            <a:normAutofit/>
          </a:bodyPr>
          <a:lstStyle/>
          <a:p>
            <a:r>
              <a:rPr lang="fr-FR" sz="2800" dirty="0"/>
              <a:t>1950 : </a:t>
            </a:r>
            <a:r>
              <a:rPr lang="fr-FR" dirty="0"/>
              <a:t>Alain TURING met au point un test sur l’IA qu’il nomme : Test de Turing</a:t>
            </a:r>
          </a:p>
          <a:p>
            <a:r>
              <a:rPr lang="fr-FR" sz="2800" dirty="0"/>
              <a:t>1957 : </a:t>
            </a:r>
            <a:r>
              <a:rPr lang="fr-FR" dirty="0"/>
              <a:t>La conférence de Dartmouth affirme la création de l’IA.</a:t>
            </a:r>
          </a:p>
          <a:p>
            <a:r>
              <a:rPr lang="fr-FR" sz="2800" dirty="0"/>
              <a:t>1980 : </a:t>
            </a:r>
            <a:r>
              <a:rPr lang="fr-FR" dirty="0"/>
              <a:t>Développement des réseaux de neurones et de l’apprentissage automatique</a:t>
            </a:r>
          </a:p>
          <a:p>
            <a:r>
              <a:rPr lang="fr-FR" sz="2800" dirty="0"/>
              <a:t>2010 - 2025 : </a:t>
            </a:r>
            <a:r>
              <a:rPr lang="fr-FR" dirty="0"/>
              <a:t>Explosion du Deep Learning grâce à la puissance de calcul accrue et aux grandes bases de données. Popularisation de l’arrivée d’IA génératives tel que ChatGPT, MidJourney,…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F83683-50A9-CF36-7439-F9535C1C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383" y="4370360"/>
            <a:ext cx="3286569" cy="205930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6CF00B6-0B47-398A-021D-643B8CDD5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370360"/>
            <a:ext cx="3984127" cy="205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90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4E241E-3110-4B1C-B9B0-F17B90FEE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066" y="221687"/>
            <a:ext cx="7390680" cy="9778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fr-FR" dirty="0"/>
              <a:t>LES CARACTERISTIQUES CLES DE L’IA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03EEE17-A097-A1E8-0E3E-F903B34B8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07501" y="1146625"/>
            <a:ext cx="3982567" cy="1887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MACHINE LEARNING : </a:t>
            </a:r>
          </a:p>
          <a:p>
            <a:pPr marL="0" indent="0">
              <a:buNone/>
            </a:pPr>
            <a:r>
              <a:rPr lang="fr-FR" sz="2000" dirty="0"/>
              <a:t>Technique d’apprentissage à partir d’une base de données par un algorithme</a:t>
            </a:r>
          </a:p>
          <a:p>
            <a:pPr marL="0" indent="0">
              <a:buNone/>
            </a:pPr>
            <a:endParaRPr lang="fr-FR" sz="2800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A95C958-3269-5417-17CC-902338259F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5974" y="915345"/>
            <a:ext cx="4268753" cy="17985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DEEP LEARNING : </a:t>
            </a:r>
          </a:p>
          <a:p>
            <a:pPr marL="0" indent="0">
              <a:buNone/>
            </a:pPr>
            <a:r>
              <a:rPr lang="fr-FR" sz="2000" dirty="0"/>
              <a:t>Sous-catégorie du ML utilisant un réseau de neurones artificiels tel un cerveau humain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B90A1FA-3686-C917-D943-D0F013B18FF1}"/>
              </a:ext>
            </a:extLst>
          </p:cNvPr>
          <p:cNvSpPr txBox="1"/>
          <p:nvPr/>
        </p:nvSpPr>
        <p:spPr>
          <a:xfrm>
            <a:off x="1627789" y="2776491"/>
            <a:ext cx="38497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Plusieurs étapes de fonctionnement :</a:t>
            </a:r>
          </a:p>
          <a:p>
            <a:pPr marL="285750" indent="-285750">
              <a:buFontTx/>
              <a:buChar char="-"/>
            </a:pPr>
            <a:r>
              <a:rPr lang="fr-FR" dirty="0"/>
              <a:t>Collecte et traitement de données</a:t>
            </a:r>
          </a:p>
          <a:p>
            <a:pPr marL="285750" indent="-285750">
              <a:buFontTx/>
              <a:buChar char="-"/>
            </a:pPr>
            <a:r>
              <a:rPr lang="fr-FR" dirty="0"/>
              <a:t>Entrainement du modèle (pattern)</a:t>
            </a:r>
          </a:p>
          <a:p>
            <a:pPr marL="285750" indent="-285750">
              <a:buFontTx/>
              <a:buChar char="-"/>
            </a:pPr>
            <a:r>
              <a:rPr lang="fr-FR" dirty="0"/>
              <a:t>Evaluation et Optimisation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0524DAE-DA97-0F85-EE19-385703072ACC}"/>
              </a:ext>
            </a:extLst>
          </p:cNvPr>
          <p:cNvCxnSpPr>
            <a:cxnSpLocks/>
          </p:cNvCxnSpPr>
          <p:nvPr/>
        </p:nvCxnSpPr>
        <p:spPr>
          <a:xfrm flipH="1">
            <a:off x="1893166" y="4105538"/>
            <a:ext cx="65314" cy="296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9F03C573-EEC3-E820-650E-77E3D2843712}"/>
              </a:ext>
            </a:extLst>
          </p:cNvPr>
          <p:cNvCxnSpPr>
            <a:cxnSpLocks/>
          </p:cNvCxnSpPr>
          <p:nvPr/>
        </p:nvCxnSpPr>
        <p:spPr>
          <a:xfrm>
            <a:off x="3698784" y="4072897"/>
            <a:ext cx="0" cy="466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8488FFC2-FFBF-FBFA-FD56-1FEAA7795FC7}"/>
              </a:ext>
            </a:extLst>
          </p:cNvPr>
          <p:cNvCxnSpPr>
            <a:cxnSpLocks/>
          </p:cNvCxnSpPr>
          <p:nvPr/>
        </p:nvCxnSpPr>
        <p:spPr>
          <a:xfrm>
            <a:off x="5045825" y="3971700"/>
            <a:ext cx="172616" cy="39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ECFDA5D1-A48B-E946-60F5-6D8988E04CC6}"/>
              </a:ext>
            </a:extLst>
          </p:cNvPr>
          <p:cNvSpPr txBox="1"/>
          <p:nvPr/>
        </p:nvSpPr>
        <p:spPr>
          <a:xfrm>
            <a:off x="192834" y="4583162"/>
            <a:ext cx="26413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Apprentissage supervisé :</a:t>
            </a:r>
          </a:p>
          <a:p>
            <a:r>
              <a:rPr lang="fr-FR" dirty="0"/>
              <a:t>par réponses étiquetés (reconnaissance d’image)</a:t>
            </a:r>
          </a:p>
          <a:p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46D7E36-A761-041F-ADB2-5D51DDD79EF9}"/>
              </a:ext>
            </a:extLst>
          </p:cNvPr>
          <p:cNvSpPr txBox="1"/>
          <p:nvPr/>
        </p:nvSpPr>
        <p:spPr>
          <a:xfrm>
            <a:off x="2725924" y="4728948"/>
            <a:ext cx="2188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Apprentissage non-supervisé : en autonomie (fraudes bancaires)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D29B341-F27D-E2EF-4CF0-D2E664406602}"/>
              </a:ext>
            </a:extLst>
          </p:cNvPr>
          <p:cNvSpPr txBox="1"/>
          <p:nvPr/>
        </p:nvSpPr>
        <p:spPr>
          <a:xfrm>
            <a:off x="4767943" y="4603728"/>
            <a:ext cx="18350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Apprentissage par renforcement :  système de bonus/malus (</a:t>
            </a:r>
            <a:r>
              <a:rPr lang="fr-FR" dirty="0" err="1"/>
              <a:t>AlphaGO</a:t>
            </a:r>
            <a:r>
              <a:rPr lang="fr-FR" dirty="0"/>
              <a:t>) 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E5CD943-4636-5830-BF3B-89F2CA680820}"/>
              </a:ext>
            </a:extLst>
          </p:cNvPr>
          <p:cNvSpPr txBox="1"/>
          <p:nvPr/>
        </p:nvSpPr>
        <p:spPr>
          <a:xfrm>
            <a:off x="6910848" y="2551837"/>
            <a:ext cx="51984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Fonctionnement : </a:t>
            </a:r>
          </a:p>
          <a:p>
            <a:r>
              <a:rPr lang="fr-FR" dirty="0"/>
              <a:t>1 – Couche d’entrée : Réception de données</a:t>
            </a:r>
          </a:p>
          <a:p>
            <a:r>
              <a:rPr lang="fr-FR" dirty="0"/>
              <a:t>2 – Couche cachée :  Analyse et traitement des données grâce à des connexions neuronales</a:t>
            </a:r>
          </a:p>
          <a:p>
            <a:r>
              <a:rPr lang="fr-FR" dirty="0"/>
              <a:t>3 – Couche de sortie : Fourni les résultats à la suite de calculs mathématiques 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9ADB1885-8D3B-A528-5F95-CC15E2C24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629" y="4512450"/>
            <a:ext cx="45148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2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E8EF3A-79FE-9DD6-20D9-2BCE4164E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090" y="180391"/>
            <a:ext cx="9227976" cy="1456267"/>
          </a:xfrm>
        </p:spPr>
        <p:txBody>
          <a:bodyPr/>
          <a:lstStyle/>
          <a:p>
            <a:pPr algn="ctr"/>
            <a:r>
              <a:rPr lang="fr-FR" dirty="0"/>
              <a:t>Avantages et inconvénients de l’INTELLIGENCE ARTIFICIELLE</a:t>
            </a:r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678195B6-2A6C-8D52-F770-97D0F60338B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71737967"/>
              </p:ext>
            </p:extLst>
          </p:nvPr>
        </p:nvGraphicFramePr>
        <p:xfrm>
          <a:off x="1129004" y="1567543"/>
          <a:ext cx="9580984" cy="4474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0492">
                  <a:extLst>
                    <a:ext uri="{9D8B030D-6E8A-4147-A177-3AD203B41FA5}">
                      <a16:colId xmlns:a16="http://schemas.microsoft.com/office/drawing/2014/main" val="1248860109"/>
                    </a:ext>
                  </a:extLst>
                </a:gridCol>
                <a:gridCol w="4790492">
                  <a:extLst>
                    <a:ext uri="{9D8B030D-6E8A-4147-A177-3AD203B41FA5}">
                      <a16:colId xmlns:a16="http://schemas.microsoft.com/office/drawing/2014/main" val="2109022893"/>
                    </a:ext>
                  </a:extLst>
                </a:gridCol>
              </a:tblGrid>
              <a:tr h="816429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                               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                        INCONVENIENTS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24214"/>
                  </a:ext>
                </a:extLst>
              </a:tr>
              <a:tr h="816429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Gain de temps et d’efficacité par l’automatisation des tâches répétitives (Ex : Gestion de boite mail)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Manque de transparence dans la prise de décision par l’IA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698677"/>
                  </a:ext>
                </a:extLst>
              </a:tr>
              <a:tr h="816429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Personnalisation : l’expérimentation de service fait sur mesure (Ex : Netflix, Spotify)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b="0" dirty="0"/>
                        <a:t>Les IA peuvent refléter des biais humains </a:t>
                      </a:r>
                      <a:r>
                        <a:rPr lang="fr-FR" dirty="0"/>
                        <a:t>contenus dans les données utilisées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825420"/>
                  </a:ext>
                </a:extLst>
              </a:tr>
              <a:tr h="816429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b="0" dirty="0"/>
                        <a:t>Détection et prévention des cyberattaques (</a:t>
                      </a:r>
                      <a:r>
                        <a:rPr lang="fr-FR" dirty="0"/>
                        <a:t>analyse de données en temps réel)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Des risques liés à l’intégrité de nos vies privées dû à l’utilisation de nos données personnelles.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41314"/>
                  </a:ext>
                </a:extLst>
              </a:tr>
              <a:tr h="816429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Innovation dans la santé et la recherche (aide au diagnostic, traitement médicaux)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Coût énergétique et impact environnemental important provoqué par l’entrainement des 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959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4192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A25D0-9B8D-D567-841C-8D93D863C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662" y="429209"/>
            <a:ext cx="8486675" cy="759581"/>
          </a:xfrm>
        </p:spPr>
        <p:txBody>
          <a:bodyPr/>
          <a:lstStyle/>
          <a:p>
            <a:r>
              <a:rPr lang="fr-FR" dirty="0"/>
              <a:t>Les enjeux de l’intelligence artificielle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FD249A-3639-4FE3-14DC-FAF37A23E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45127" y="1188790"/>
            <a:ext cx="4701744" cy="759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2 GRANDS DEFIS MAJEURS A L’IA :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39AAFBC-1455-2F1C-2D9C-2E37B170F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3203" y="1759007"/>
            <a:ext cx="4792559" cy="14784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/>
              <a:t>Souveraineté numérique : Volonté d’une domination technologique par les grandes puissances internationales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EC333E4-C95A-A4EC-45C7-FE23C3B1727C}"/>
              </a:ext>
            </a:extLst>
          </p:cNvPr>
          <p:cNvCxnSpPr>
            <a:cxnSpLocks/>
          </p:cNvCxnSpPr>
          <p:nvPr/>
        </p:nvCxnSpPr>
        <p:spPr>
          <a:xfrm>
            <a:off x="1642597" y="3036292"/>
            <a:ext cx="0" cy="392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2D54299E-72AF-1E79-F97B-F56F8B6C1E33}"/>
              </a:ext>
            </a:extLst>
          </p:cNvPr>
          <p:cNvSpPr txBox="1"/>
          <p:nvPr/>
        </p:nvSpPr>
        <p:spPr>
          <a:xfrm>
            <a:off x="264304" y="3591425"/>
            <a:ext cx="2756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Enjeux éco : avantage pour le monopole des avancées technologiques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91C7A4F-139B-5CD5-BEEF-7AF5A88ED706}"/>
              </a:ext>
            </a:extLst>
          </p:cNvPr>
          <p:cNvSpPr txBox="1"/>
          <p:nvPr/>
        </p:nvSpPr>
        <p:spPr>
          <a:xfrm>
            <a:off x="5974494" y="2038922"/>
            <a:ext cx="4701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Ethique et responsabilité :  Assurer un respect des valeurs humaines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D2F81E7-5134-1A7A-9340-07EDCEE7D82F}"/>
              </a:ext>
            </a:extLst>
          </p:cNvPr>
          <p:cNvSpPr txBox="1"/>
          <p:nvPr/>
        </p:nvSpPr>
        <p:spPr>
          <a:xfrm>
            <a:off x="8280593" y="3047857"/>
            <a:ext cx="3307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Garantir la transparence et l’explicabilité des décisions prises par l’IA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985D022-5E7D-656D-19B9-8CFCF00D1755}"/>
              </a:ext>
            </a:extLst>
          </p:cNvPr>
          <p:cNvSpPr txBox="1"/>
          <p:nvPr/>
        </p:nvSpPr>
        <p:spPr>
          <a:xfrm>
            <a:off x="8280593" y="4190349"/>
            <a:ext cx="3425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Protéger la vie privée des utilisateurs face à des utilisations malveillantes des données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262FCE55-3A6D-AB9B-8C05-51554960A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514" y="3193477"/>
            <a:ext cx="4514850" cy="2533650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FA65FA1-9E9E-30F5-7E76-83194F9F2318}"/>
              </a:ext>
            </a:extLst>
          </p:cNvPr>
          <p:cNvCxnSpPr/>
          <p:nvPr/>
        </p:nvCxnSpPr>
        <p:spPr>
          <a:xfrm>
            <a:off x="10098157" y="2498238"/>
            <a:ext cx="0" cy="300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62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BB556D-ECAE-073F-AE3E-9CD692DB3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855" y="269370"/>
            <a:ext cx="8495144" cy="1456267"/>
          </a:xfrm>
        </p:spPr>
        <p:txBody>
          <a:bodyPr/>
          <a:lstStyle/>
          <a:p>
            <a:r>
              <a:rPr lang="fr-FR" dirty="0"/>
              <a:t>DIMENSIONS JURIDIQUES ET ECONOMIQUES</a:t>
            </a:r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E5918908-372E-7717-AEC4-77FC692A23E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92412221"/>
              </p:ext>
            </p:extLst>
          </p:nvPr>
        </p:nvGraphicFramePr>
        <p:xfrm>
          <a:off x="685799" y="1725637"/>
          <a:ext cx="10453256" cy="34223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26628">
                  <a:extLst>
                    <a:ext uri="{9D8B030D-6E8A-4147-A177-3AD203B41FA5}">
                      <a16:colId xmlns:a16="http://schemas.microsoft.com/office/drawing/2014/main" val="94413677"/>
                    </a:ext>
                  </a:extLst>
                </a:gridCol>
                <a:gridCol w="5226628">
                  <a:extLst>
                    <a:ext uri="{9D8B030D-6E8A-4147-A177-3AD203B41FA5}">
                      <a16:colId xmlns:a16="http://schemas.microsoft.com/office/drawing/2014/main" val="2922864153"/>
                    </a:ext>
                  </a:extLst>
                </a:gridCol>
              </a:tblGrid>
              <a:tr h="68447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DIMENSION JURIDIQUES : Encadrer l’IA -&gt; Garantir un usage éthique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DIMENSIONS ECONOMIQUES : IA -&gt; Moteur de croissance économique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035356"/>
                  </a:ext>
                </a:extLst>
              </a:tr>
              <a:tr h="684477">
                <a:tc>
                  <a:txBody>
                    <a:bodyPr/>
                    <a:lstStyle/>
                    <a:p>
                      <a:r>
                        <a:rPr lang="fr-FR" dirty="0"/>
                        <a:t>L’AI </a:t>
                      </a:r>
                      <a:r>
                        <a:rPr lang="fr-FR" dirty="0" err="1"/>
                        <a:t>Act</a:t>
                      </a:r>
                      <a:r>
                        <a:rPr lang="fr-FR" dirty="0"/>
                        <a:t> (Union Européenne) : Première réglementation sur IA.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Développement et Recherche : coût pour recrutement de talent spécialisés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094849"/>
                  </a:ext>
                </a:extLst>
              </a:tr>
              <a:tr h="684477">
                <a:tc>
                  <a:txBody>
                    <a:bodyPr/>
                    <a:lstStyle/>
                    <a:p>
                      <a:r>
                        <a:rPr lang="fr-FR" dirty="0"/>
                        <a:t>Lois sur protection des données : RGPD (EU) règles strictes sur données personnelles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Infras et Serveurs : coût de Data Centers, puissance de calculs et stockage de données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365469"/>
                  </a:ext>
                </a:extLst>
              </a:tr>
              <a:tr h="684477">
                <a:tc>
                  <a:txBody>
                    <a:bodyPr/>
                    <a:lstStyle/>
                    <a:p>
                      <a:r>
                        <a:rPr lang="fr-FR" dirty="0"/>
                        <a:t>Question sur Responsabilité Juridique : à qui la responsabilité si l’IA faute ? (ex : voiture autonome)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Création de nouveaux marchés et business model (OpenAI)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492931"/>
                  </a:ext>
                </a:extLst>
              </a:tr>
              <a:tr h="684477">
                <a:tc>
                  <a:txBody>
                    <a:bodyPr/>
                    <a:lstStyle/>
                    <a:p>
                      <a:r>
                        <a:rPr lang="fr-FR" dirty="0"/>
                        <a:t>Question sur Propriété intellectuelle : une œuvre générée par IA -&gt; droits d’auteurs ? (ex: Getty Images)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Investissement massif : Big Tech (Silicon Valley) car réel enjeu pour l’avenir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215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737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81DDA7-F232-F106-C752-73814308F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875" y="387929"/>
            <a:ext cx="9150926" cy="757382"/>
          </a:xfrm>
        </p:spPr>
        <p:txBody>
          <a:bodyPr/>
          <a:lstStyle/>
          <a:p>
            <a:r>
              <a:rPr lang="fr-FR" dirty="0"/>
              <a:t>Dernières nouveautés : Avancées récentes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54C9C9-CDF6-AFBE-7B7F-FDA06C630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45147" y="1216505"/>
            <a:ext cx="2352962" cy="37022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IA ET BIOMIMETISME :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A2EF7A7-465B-EA09-D1E3-853673215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10365" y="1532029"/>
            <a:ext cx="4022526" cy="1125397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L’IA crée des matériaux biomimétiques permettant de comprendre la régénération osseuse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7BA6FBA3-B280-CAB9-F0EC-12DF99E998DC}"/>
              </a:ext>
            </a:extLst>
          </p:cNvPr>
          <p:cNvCxnSpPr>
            <a:cxnSpLocks/>
          </p:cNvCxnSpPr>
          <p:nvPr/>
        </p:nvCxnSpPr>
        <p:spPr>
          <a:xfrm flipH="1">
            <a:off x="3321628" y="2544768"/>
            <a:ext cx="415636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3565C7F7-8690-8FB2-68AF-5366CF87E61A}"/>
              </a:ext>
            </a:extLst>
          </p:cNvPr>
          <p:cNvSpPr txBox="1"/>
          <p:nvPr/>
        </p:nvSpPr>
        <p:spPr>
          <a:xfrm>
            <a:off x="775279" y="2786548"/>
            <a:ext cx="27154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Fonctionnement (ML)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L’IA analyse des structures naturelles </a:t>
            </a:r>
          </a:p>
          <a:p>
            <a:pPr marL="285750" indent="-285750">
              <a:buFontTx/>
              <a:buChar char="-"/>
            </a:pPr>
            <a:r>
              <a:rPr lang="fr-FR" dirty="0"/>
              <a:t>Génère des matériaux optimisés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D431575-0B01-6030-CD0A-B0139A23E09A}"/>
              </a:ext>
            </a:extLst>
          </p:cNvPr>
          <p:cNvCxnSpPr/>
          <p:nvPr/>
        </p:nvCxnSpPr>
        <p:spPr>
          <a:xfrm>
            <a:off x="2401461" y="4123359"/>
            <a:ext cx="0" cy="286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65413617-6BC0-6A21-5AE1-6CB45232C6A3}"/>
              </a:ext>
            </a:extLst>
          </p:cNvPr>
          <p:cNvSpPr txBox="1"/>
          <p:nvPr/>
        </p:nvSpPr>
        <p:spPr>
          <a:xfrm>
            <a:off x="775279" y="4551029"/>
            <a:ext cx="2684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Apporte des solutions :</a:t>
            </a:r>
          </a:p>
          <a:p>
            <a:pPr marL="285750" indent="-285750">
              <a:buFontTx/>
              <a:buChar char="-"/>
            </a:pPr>
            <a:r>
              <a:rPr lang="fr-FR" dirty="0"/>
              <a:t>Chirurgie orthopédique</a:t>
            </a:r>
          </a:p>
          <a:p>
            <a:pPr marL="285750" indent="-285750">
              <a:buFontTx/>
              <a:buChar char="-"/>
            </a:pPr>
            <a:r>
              <a:rPr lang="fr-FR" dirty="0"/>
              <a:t>Traitement durable et efficace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463B767-E181-E138-E1BC-E90A923EF47E}"/>
              </a:ext>
            </a:extLst>
          </p:cNvPr>
          <p:cNvSpPr txBox="1"/>
          <p:nvPr/>
        </p:nvSpPr>
        <p:spPr>
          <a:xfrm>
            <a:off x="6859111" y="1216951"/>
            <a:ext cx="309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Open AI 4o Image </a:t>
            </a:r>
            <a:r>
              <a:rPr lang="fr-FR" dirty="0" err="1"/>
              <a:t>Generation</a:t>
            </a:r>
            <a:r>
              <a:rPr lang="fr-FR" dirty="0"/>
              <a:t> :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4DB031C-905B-B379-11FF-3463960E85BA}"/>
              </a:ext>
            </a:extLst>
          </p:cNvPr>
          <p:cNvSpPr txBox="1"/>
          <p:nvPr/>
        </p:nvSpPr>
        <p:spPr>
          <a:xfrm>
            <a:off x="6433638" y="2786548"/>
            <a:ext cx="394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L’IA produit des images photoréalistes à partir de descriptions textuelles :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E5AF0B5C-E0F3-C5E6-AED5-71A4A4EC5C57}"/>
              </a:ext>
            </a:extLst>
          </p:cNvPr>
          <p:cNvCxnSpPr/>
          <p:nvPr/>
        </p:nvCxnSpPr>
        <p:spPr>
          <a:xfrm>
            <a:off x="8515927" y="2361457"/>
            <a:ext cx="0" cy="366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B35FF50F-7424-207B-314A-88151D4EBEE6}"/>
              </a:ext>
            </a:extLst>
          </p:cNvPr>
          <p:cNvSpPr txBox="1"/>
          <p:nvPr/>
        </p:nvSpPr>
        <p:spPr>
          <a:xfrm>
            <a:off x="6474649" y="1679939"/>
            <a:ext cx="4122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Reprenant un modèle de langage déjà existant avec un résultat attendu optimal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B505EFF9-0192-FE15-2AE7-9A25A9894E06}"/>
              </a:ext>
            </a:extLst>
          </p:cNvPr>
          <p:cNvCxnSpPr/>
          <p:nvPr/>
        </p:nvCxnSpPr>
        <p:spPr>
          <a:xfrm>
            <a:off x="9273309" y="3528292"/>
            <a:ext cx="0" cy="258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C9C2C538-027B-7B0D-4FFA-57125D4EBD95}"/>
              </a:ext>
            </a:extLst>
          </p:cNvPr>
          <p:cNvSpPr txBox="1"/>
          <p:nvPr/>
        </p:nvSpPr>
        <p:spPr>
          <a:xfrm>
            <a:off x="7561074" y="3899268"/>
            <a:ext cx="3945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Utilisation principale du Deep Learning dans la compréhension des relations entre texte et image 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62D52460-C2D0-0D11-A82F-4B292A20C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994" y="3765657"/>
            <a:ext cx="3798859" cy="270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39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ciel la nuit avec montagnes à l’horizon">
            <a:extLst>
              <a:ext uri="{FF2B5EF4-FFF2-40B4-BE49-F238E27FC236}">
                <a16:creationId xmlns:a16="http://schemas.microsoft.com/office/drawing/2014/main" id="{2739CFE1-3E46-48B5-9BDB-769492BA7A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t="4555" b="4555"/>
          <a:stretch/>
        </p:blipFill>
        <p:spPr>
          <a:xfrm>
            <a:off x="-600" y="-1226"/>
            <a:ext cx="12193200" cy="6860452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090347" y="706999"/>
                </a:moveTo>
                <a:cubicBezTo>
                  <a:pt x="4588386" y="706999"/>
                  <a:pt x="3370806" y="1924579"/>
                  <a:pt x="3370806" y="3426541"/>
                </a:cubicBezTo>
                <a:cubicBezTo>
                  <a:pt x="3370806" y="4928503"/>
                  <a:pt x="4588386" y="6146083"/>
                  <a:pt x="6090347" y="6146083"/>
                </a:cubicBezTo>
                <a:cubicBezTo>
                  <a:pt x="7592308" y="6146083"/>
                  <a:pt x="8809888" y="4928503"/>
                  <a:pt x="8809888" y="3426541"/>
                </a:cubicBezTo>
                <a:cubicBezTo>
                  <a:pt x="8809888" y="1924579"/>
                  <a:pt x="7592308" y="706999"/>
                  <a:pt x="6090347" y="706999"/>
                </a:cubicBezTo>
                <a:close/>
                <a:moveTo>
                  <a:pt x="6082303" y="247854"/>
                </a:moveTo>
                <a:cubicBezTo>
                  <a:pt x="7836802" y="247854"/>
                  <a:pt x="9259104" y="1671227"/>
                  <a:pt x="9259104" y="3427045"/>
                </a:cubicBezTo>
                <a:cubicBezTo>
                  <a:pt x="9259104" y="5182864"/>
                  <a:pt x="7836802" y="6606237"/>
                  <a:pt x="6082303" y="6606237"/>
                </a:cubicBezTo>
                <a:cubicBezTo>
                  <a:pt x="4327804" y="6606237"/>
                  <a:pt x="2905502" y="5182864"/>
                  <a:pt x="2905502" y="3427045"/>
                </a:cubicBezTo>
                <a:cubicBezTo>
                  <a:pt x="2905502" y="1671227"/>
                  <a:pt x="4327804" y="247854"/>
                  <a:pt x="6082303" y="247854"/>
                </a:cubicBezTo>
                <a:close/>
                <a:moveTo>
                  <a:pt x="956025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60255" y="6858000"/>
                </a:lnTo>
                <a:lnTo>
                  <a:pt x="9704262" y="6706843"/>
                </a:lnTo>
                <a:cubicBezTo>
                  <a:pt x="10490530" y="5841105"/>
                  <a:pt x="10969748" y="4691058"/>
                  <a:pt x="10969748" y="3428999"/>
                </a:cubicBezTo>
                <a:cubicBezTo>
                  <a:pt x="10969748" y="2166941"/>
                  <a:pt x="10490530" y="1016894"/>
                  <a:pt x="9704262" y="151155"/>
                </a:cubicBezTo>
                <a:close/>
                <a:moveTo>
                  <a:pt x="7947654" y="0"/>
                </a:moveTo>
                <a:lnTo>
                  <a:pt x="8099035" y="0"/>
                </a:lnTo>
                <a:lnTo>
                  <a:pt x="8158569" y="34257"/>
                </a:lnTo>
                <a:cubicBezTo>
                  <a:pt x="9305381" y="731601"/>
                  <a:pt x="10071441" y="1993601"/>
                  <a:pt x="10071441" y="3434659"/>
                </a:cubicBezTo>
                <a:cubicBezTo>
                  <a:pt x="10071441" y="4875717"/>
                  <a:pt x="9305381" y="6137716"/>
                  <a:pt x="8158569" y="6835060"/>
                </a:cubicBezTo>
                <a:lnTo>
                  <a:pt x="8118703" y="6858000"/>
                </a:lnTo>
                <a:lnTo>
                  <a:pt x="7923440" y="6858000"/>
                </a:lnTo>
                <a:lnTo>
                  <a:pt x="7938929" y="6850061"/>
                </a:lnTo>
                <a:cubicBezTo>
                  <a:pt x="9153123" y="6189975"/>
                  <a:pt x="9977382" y="4902579"/>
                  <a:pt x="9977382" y="3422520"/>
                </a:cubicBezTo>
                <a:cubicBezTo>
                  <a:pt x="9977382" y="2009739"/>
                  <a:pt x="9226353" y="772500"/>
                  <a:pt x="8102044" y="88839"/>
                </a:cubicBezTo>
                <a:close/>
                <a:moveTo>
                  <a:pt x="4097777" y="0"/>
                </a:moveTo>
                <a:lnTo>
                  <a:pt x="4216953" y="0"/>
                </a:lnTo>
                <a:lnTo>
                  <a:pt x="4062563" y="88839"/>
                </a:lnTo>
                <a:cubicBezTo>
                  <a:pt x="2938253" y="772500"/>
                  <a:pt x="2187224" y="2009739"/>
                  <a:pt x="2187224" y="3422520"/>
                </a:cubicBezTo>
                <a:cubicBezTo>
                  <a:pt x="2187224" y="4902579"/>
                  <a:pt x="3011483" y="6189975"/>
                  <a:pt x="4225677" y="6850061"/>
                </a:cubicBezTo>
                <a:lnTo>
                  <a:pt x="4241167" y="6858000"/>
                </a:lnTo>
                <a:lnTo>
                  <a:pt x="4078110" y="6858000"/>
                </a:lnTo>
                <a:lnTo>
                  <a:pt x="4038243" y="6835060"/>
                </a:lnTo>
                <a:cubicBezTo>
                  <a:pt x="2891431" y="6137716"/>
                  <a:pt x="2125371" y="4875717"/>
                  <a:pt x="2125371" y="3434659"/>
                </a:cubicBezTo>
                <a:cubicBezTo>
                  <a:pt x="2125371" y="1993601"/>
                  <a:pt x="2891431" y="731601"/>
                  <a:pt x="4038243" y="34257"/>
                </a:cubicBezTo>
                <a:close/>
                <a:moveTo>
                  <a:pt x="0" y="0"/>
                </a:moveTo>
                <a:lnTo>
                  <a:pt x="2636555" y="0"/>
                </a:lnTo>
                <a:lnTo>
                  <a:pt x="2492551" y="151155"/>
                </a:lnTo>
                <a:cubicBezTo>
                  <a:pt x="1706282" y="1016894"/>
                  <a:pt x="1227064" y="2166941"/>
                  <a:pt x="1227064" y="3428999"/>
                </a:cubicBezTo>
                <a:cubicBezTo>
                  <a:pt x="1227064" y="4691058"/>
                  <a:pt x="1706282" y="5841105"/>
                  <a:pt x="2492551" y="6706843"/>
                </a:cubicBezTo>
                <a:lnTo>
                  <a:pt x="2636557" y="6858000"/>
                </a:lnTo>
                <a:lnTo>
                  <a:pt x="0" y="6858000"/>
                </a:lnTo>
                <a:close/>
              </a:path>
            </a:pathLst>
          </a:custGeom>
          <a:ln w="60325" cmpd="dbl">
            <a:solidFill>
              <a:schemeClr val="tx1">
                <a:alpha val="40000"/>
              </a:schemeClr>
            </a:solidFill>
          </a:ln>
        </p:spPr>
      </p:pic>
      <p:graphicFrame>
        <p:nvGraphicFramePr>
          <p:cNvPr id="5" name="Espace réservé du contenu 4" descr="Graphique SmartArt">
            <a:extLst>
              <a:ext uri="{FF2B5EF4-FFF2-40B4-BE49-F238E27FC236}">
                <a16:creationId xmlns:a16="http://schemas.microsoft.com/office/drawing/2014/main" id="{21A182E9-AC38-4344-9247-5AB4B8F03A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44481195"/>
              </p:ext>
            </p:extLst>
          </p:nvPr>
        </p:nvGraphicFramePr>
        <p:xfrm>
          <a:off x="1492469" y="2142067"/>
          <a:ext cx="8467534" cy="41956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144E241E-3110-4B1C-B9B0-F17B90FEE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903" y="787400"/>
            <a:ext cx="7390680" cy="12784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fr-FR" dirty="0"/>
              <a:t>Synthèse</a:t>
            </a:r>
          </a:p>
        </p:txBody>
      </p:sp>
    </p:spTree>
    <p:extLst>
      <p:ext uri="{BB962C8B-B14F-4D97-AF65-F5344CB8AC3E}">
        <p14:creationId xmlns:p14="http://schemas.microsoft.com/office/powerpoint/2010/main" val="585076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BB0CF0-74DB-77F4-B1D4-1D67075BC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738" y="169331"/>
            <a:ext cx="6034313" cy="1456267"/>
          </a:xfrm>
        </p:spPr>
        <p:txBody>
          <a:bodyPr/>
          <a:lstStyle/>
          <a:p>
            <a:r>
              <a:rPr lang="fr-FR" dirty="0"/>
              <a:t>Mon retour sur Expérience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D788CD-7365-6F00-BF11-9C49E6ED5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80988" y="1346005"/>
            <a:ext cx="3291112" cy="12869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Mon expérience vis-à-vis de mes recherches sur l’IA :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6A26FF-2090-5D92-818C-53B955F6A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5564" y="3291037"/>
            <a:ext cx="2250687" cy="11822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Révèle un optimisme mais aussi un pessimisme quant à son développement 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451F3F5C-92C5-795E-ABF7-20F6FF80BA85}"/>
              </a:ext>
            </a:extLst>
          </p:cNvPr>
          <p:cNvCxnSpPr/>
          <p:nvPr/>
        </p:nvCxnSpPr>
        <p:spPr>
          <a:xfrm flipH="1">
            <a:off x="3057236" y="2484964"/>
            <a:ext cx="711200" cy="692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60C91C9-249C-6675-097B-1304830483D2}"/>
              </a:ext>
            </a:extLst>
          </p:cNvPr>
          <p:cNvCxnSpPr/>
          <p:nvPr/>
        </p:nvCxnSpPr>
        <p:spPr>
          <a:xfrm>
            <a:off x="5551055" y="2484964"/>
            <a:ext cx="0" cy="912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F1B84522-7DE6-3E68-22EC-E22E0F9D0AA4}"/>
              </a:ext>
            </a:extLst>
          </p:cNvPr>
          <p:cNvSpPr txBox="1"/>
          <p:nvPr/>
        </p:nvSpPr>
        <p:spPr>
          <a:xfrm>
            <a:off x="7961744" y="3256799"/>
            <a:ext cx="1958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limites que révèle son utilisation par la population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07F3D3B3-3721-A905-B557-8E5F947AD2CF}"/>
              </a:ext>
            </a:extLst>
          </p:cNvPr>
          <p:cNvCxnSpPr>
            <a:cxnSpLocks/>
          </p:cNvCxnSpPr>
          <p:nvPr/>
        </p:nvCxnSpPr>
        <p:spPr>
          <a:xfrm>
            <a:off x="7204364" y="2226348"/>
            <a:ext cx="535709" cy="802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EDCD5C3E-BB3E-F886-F0D1-677F9BDE61FD}"/>
              </a:ext>
            </a:extLst>
          </p:cNvPr>
          <p:cNvSpPr txBox="1"/>
          <p:nvPr/>
        </p:nvSpPr>
        <p:spPr>
          <a:xfrm>
            <a:off x="3928444" y="3517757"/>
            <a:ext cx="2987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Une nuance à apporter : l’IA qui est tant sujet à l’innovation et à l’investissement n’est encore qu’une IA faible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70F54990-2EB3-AF79-B7F8-797A4F313916}"/>
              </a:ext>
            </a:extLst>
          </p:cNvPr>
          <p:cNvCxnSpPr>
            <a:cxnSpLocks/>
          </p:cNvCxnSpPr>
          <p:nvPr/>
        </p:nvCxnSpPr>
        <p:spPr>
          <a:xfrm>
            <a:off x="8478982" y="4581236"/>
            <a:ext cx="0" cy="525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1E06CF80-85F4-5ABA-5DF5-1CA54D16F425}"/>
              </a:ext>
            </a:extLst>
          </p:cNvPr>
          <p:cNvSpPr txBox="1"/>
          <p:nvPr/>
        </p:nvSpPr>
        <p:spPr>
          <a:xfrm>
            <a:off x="7740073" y="5366327"/>
            <a:ext cx="2115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Une surutilisation menant à une dépendance ?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F60AB016-5717-56A7-F965-267CE84381BC}"/>
              </a:ext>
            </a:extLst>
          </p:cNvPr>
          <p:cNvCxnSpPr>
            <a:cxnSpLocks/>
          </p:cNvCxnSpPr>
          <p:nvPr/>
        </p:nvCxnSpPr>
        <p:spPr>
          <a:xfrm>
            <a:off x="9395691" y="4429991"/>
            <a:ext cx="459509" cy="392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2A23D647-4FDC-E99E-73E7-044F8F7F7E5E}"/>
              </a:ext>
            </a:extLst>
          </p:cNvPr>
          <p:cNvSpPr txBox="1"/>
          <p:nvPr/>
        </p:nvSpPr>
        <p:spPr>
          <a:xfrm>
            <a:off x="9919852" y="4626263"/>
            <a:ext cx="2032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remplacement de recherches plus conventionnelles (EX : </a:t>
            </a:r>
            <a:r>
              <a:rPr lang="fr-FR" dirty="0" err="1"/>
              <a:t>ChatGPT</a:t>
            </a:r>
            <a:r>
              <a:rPr lang="fr-FR" dirty="0"/>
              <a:t>)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6D0FB65-74E8-D27B-ACE4-5A284FE31B0C}"/>
              </a:ext>
            </a:extLst>
          </p:cNvPr>
          <p:cNvCxnSpPr/>
          <p:nvPr/>
        </p:nvCxnSpPr>
        <p:spPr>
          <a:xfrm>
            <a:off x="4996873" y="5106836"/>
            <a:ext cx="0" cy="333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43B1D17C-07B5-226C-92C0-8EA75CB35619}"/>
              </a:ext>
            </a:extLst>
          </p:cNvPr>
          <p:cNvSpPr txBox="1"/>
          <p:nvPr/>
        </p:nvSpPr>
        <p:spPr>
          <a:xfrm>
            <a:off x="3412836" y="5624945"/>
            <a:ext cx="2914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Stoppant le rêve d’une IA complètement autonome</a:t>
            </a:r>
          </a:p>
        </p:txBody>
      </p:sp>
    </p:spTree>
    <p:extLst>
      <p:ext uri="{BB962C8B-B14F-4D97-AF65-F5344CB8AC3E}">
        <p14:creationId xmlns:p14="http://schemas.microsoft.com/office/powerpoint/2010/main" val="2511662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F3EB86-6AB5-F034-1929-C7BAEE447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82" y="261256"/>
            <a:ext cx="10131425" cy="1180496"/>
          </a:xfrm>
        </p:spPr>
        <p:txBody>
          <a:bodyPr/>
          <a:lstStyle/>
          <a:p>
            <a:r>
              <a:rPr lang="fr-FR" dirty="0"/>
              <a:t>Outils de veille utilisés :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1C4E815-5D4D-D6AF-A031-B5B39FB978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26306" y="2287512"/>
            <a:ext cx="4514850" cy="2533650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03A845-9810-4B72-D84D-14A5C6BCB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1894" y="1576009"/>
            <a:ext cx="4995332" cy="2650067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Feedly permet de suivre des sources d’information en ligne :</a:t>
            </a:r>
          </a:p>
          <a:p>
            <a:pPr marL="0" indent="0">
              <a:buNone/>
            </a:pPr>
            <a:r>
              <a:rPr lang="fr-FR" dirty="0"/>
              <a:t>	- offrant une interface pratique à organiser, permet la centralisation des infos pertinentes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44D27CC-CE69-653F-A7B0-AB278E3A43D9}"/>
              </a:ext>
            </a:extLst>
          </p:cNvPr>
          <p:cNvSpPr txBox="1"/>
          <p:nvPr/>
        </p:nvSpPr>
        <p:spPr>
          <a:xfrm>
            <a:off x="5821894" y="4037167"/>
            <a:ext cx="388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 plus d’un contrôle régulier sur les réseaux sociaux du sujet</a:t>
            </a:r>
          </a:p>
        </p:txBody>
      </p:sp>
    </p:spTree>
    <p:extLst>
      <p:ext uri="{BB962C8B-B14F-4D97-AF65-F5344CB8AC3E}">
        <p14:creationId xmlns:p14="http://schemas.microsoft.com/office/powerpoint/2010/main" val="2757122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4F1A52-4CCF-A77B-A384-39E2665A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Sources exploitées :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104543-E4F7-4F23-E205-289B5122D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1" y="1735667"/>
            <a:ext cx="10131424" cy="3649134"/>
          </a:xfrm>
        </p:spPr>
        <p:txBody>
          <a:bodyPr/>
          <a:lstStyle/>
          <a:p>
            <a:r>
              <a:rPr lang="fr-FR" dirty="0">
                <a:hlinkClick r:id="rId2"/>
              </a:rPr>
              <a:t>Quand une IA imite la nature pour mieux réparer les os</a:t>
            </a:r>
            <a:endParaRPr lang="fr-FR" dirty="0"/>
          </a:p>
          <a:p>
            <a:r>
              <a:rPr lang="en-US" dirty="0">
                <a:hlinkClick r:id="rId3"/>
              </a:rPr>
              <a:t>Introducing 4o Image Generation | OpenAI</a:t>
            </a:r>
            <a:endParaRPr lang="en-US" dirty="0"/>
          </a:p>
          <a:p>
            <a:r>
              <a:rPr lang="fr-FR" dirty="0">
                <a:hlinkClick r:id="rId4"/>
              </a:rPr>
              <a:t>Intelligence artificielle : le cadre juridique européen en 7 questions | vie-publique.fr</a:t>
            </a:r>
            <a:endParaRPr lang="en-US" dirty="0"/>
          </a:p>
          <a:p>
            <a:r>
              <a:rPr lang="fr-FR" dirty="0">
                <a:hlinkClick r:id="rId5"/>
              </a:rPr>
              <a:t>Quels sont les enjeux de l’intelligence artificielle (IA)? | Tableau</a:t>
            </a:r>
            <a:endParaRPr lang="en-US" dirty="0"/>
          </a:p>
          <a:p>
            <a:r>
              <a:rPr lang="fr-FR" dirty="0">
                <a:hlinkClick r:id="rId6"/>
              </a:rPr>
              <a:t>Qu'est-ce que l'intelligence artificielle (IA) et pourquoi est-elle importante | NetApp</a:t>
            </a:r>
            <a:endParaRPr lang="en-US" dirty="0"/>
          </a:p>
          <a:p>
            <a:r>
              <a:rPr lang="fr-FR" dirty="0">
                <a:hlinkClick r:id="rId7"/>
              </a:rPr>
              <a:t>Intelligence artificielle — Wikipédia</a:t>
            </a:r>
            <a:endParaRPr lang="fr-FR" dirty="0"/>
          </a:p>
          <a:p>
            <a:r>
              <a:rPr lang="en-US" dirty="0">
                <a:hlinkClick r:id="rId8"/>
              </a:rPr>
              <a:t>Discover and Add New Feeds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1818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points lumineux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73867"/>
            <a:ext cx="7197726" cy="2421464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Merci!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B64FA72-B055-4AE3-A6FD-8071BD68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95332"/>
            <a:ext cx="7197726" cy="1405467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ENES GUL</a:t>
            </a:r>
          </a:p>
        </p:txBody>
      </p:sp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éleste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259_TF22566005_Win32" id="{BF8FD16A-3FAC-433F-A48A-A2EB331D1E2D}" vid="{A5A5BF87-E7EB-41AE-967D-B0F66786748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08B90B-70ED-4539-9C14-FB2728D906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E8D3305-1D9D-4BC8-A40F-6F8AE50BD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futuriste</Template>
  <TotalTime>950</TotalTime>
  <Words>949</Words>
  <Application>Microsoft Office PowerPoint</Application>
  <PresentationFormat>Grand écran</PresentationFormat>
  <Paragraphs>128</Paragraphs>
  <Slides>14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Céleste</vt:lpstr>
      <vt:lpstr>Projet veille technologique : intelligence artificielle</vt:lpstr>
      <vt:lpstr>SOMMAIRE</vt:lpstr>
      <vt:lpstr>présentation/définition</vt:lpstr>
      <vt:lpstr>HISTORIQUE : LES GRANDES ETAPES DE L’IA</vt:lpstr>
      <vt:lpstr>LES CARACTERISTIQUES CLES DE L’IA</vt:lpstr>
      <vt:lpstr>Avantages et inconvénients de l’INTELLIGENCE ARTIFICIELLE</vt:lpstr>
      <vt:lpstr>Les enjeux de l’intelligence artificielle</vt:lpstr>
      <vt:lpstr>DIMENSIONS JURIDIQUES ET ECONOMIQUES</vt:lpstr>
      <vt:lpstr>Dernières nouveautés : Avancées récentes</vt:lpstr>
      <vt:lpstr>Synthèse</vt:lpstr>
      <vt:lpstr>Mon retour sur Expérience </vt:lpstr>
      <vt:lpstr>Outils de veille utilisés :</vt:lpstr>
      <vt:lpstr>Sources exploitées : </vt:lpstr>
      <vt:lpstr>Merci!</vt:lpstr>
    </vt:vector>
  </TitlesOfParts>
  <Company>Eau de Paris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Enes GUL</dc:creator>
  <cp:lastModifiedBy>Enes GUL</cp:lastModifiedBy>
  <cp:revision>5</cp:revision>
  <dcterms:created xsi:type="dcterms:W3CDTF">2025-03-26T15:18:11Z</dcterms:created>
  <dcterms:modified xsi:type="dcterms:W3CDTF">2025-03-28T00:09:06Z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